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65" r:id="rId2"/>
    <p:sldId id="259" r:id="rId3"/>
    <p:sldId id="270" r:id="rId4"/>
    <p:sldId id="275" r:id="rId5"/>
    <p:sldId id="279" r:id="rId6"/>
    <p:sldId id="280" r:id="rId7"/>
    <p:sldId id="271" r:id="rId8"/>
    <p:sldId id="276" r:id="rId9"/>
    <p:sldId id="277" r:id="rId10"/>
    <p:sldId id="278" r:id="rId11"/>
    <p:sldId id="272" r:id="rId12"/>
    <p:sldId id="281" r:id="rId13"/>
    <p:sldId id="283" r:id="rId14"/>
    <p:sldId id="274" r:id="rId15"/>
    <p:sldId id="288" r:id="rId16"/>
    <p:sldId id="273" r:id="rId17"/>
    <p:sldId id="284" r:id="rId18"/>
    <p:sldId id="287" r:id="rId19"/>
    <p:sldId id="261" r:id="rId20"/>
  </p:sldIdLst>
  <p:sldSz cx="12192000" cy="6858000"/>
  <p:notesSz cx="6858000" cy="9144000"/>
  <p:embeddedFontLst>
    <p:embeddedFont>
      <p:font typeface="Barlow" panose="00000500000000000000" pitchFamily="2" charset="0"/>
      <p:regular r:id="rId21"/>
      <p:bold r:id="rId22"/>
      <p:italic r:id="rId23"/>
      <p:boldItalic r:id="rId24"/>
    </p:embeddedFont>
    <p:embeddedFont>
      <p:font typeface="K2D" panose="020B0604020202020204" charset="-34"/>
      <p:regular r:id="rId25"/>
      <p:bold r:id="rId26"/>
      <p:italic r:id="rId27"/>
      <p:boldItalic r:id="rId28"/>
    </p:embeddedFont>
    <p:embeddedFont>
      <p:font typeface="Readex Pro" panose="020B0604020202020204"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5CAA"/>
    <a:srgbClr val="CCFFFF"/>
    <a:srgbClr val="00AFEF"/>
    <a:srgbClr val="FFFFFF"/>
    <a:srgbClr val="27ACE3"/>
    <a:srgbClr val="1F5CA9"/>
    <a:srgbClr val="F2F2F2"/>
    <a:srgbClr val="000000"/>
    <a:srgbClr val="D9D9D9"/>
    <a:srgbClr val="BABAB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55C818-6976-4608-B940-3A6F94AB0F08}" v="225" dt="2025-11-29T14:53:48.8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831" autoAdjust="0"/>
    <p:restoredTop sz="94660"/>
  </p:normalViewPr>
  <p:slideViewPr>
    <p:cSldViewPr snapToGrid="0">
      <p:cViewPr varScale="1">
        <p:scale>
          <a:sx n="79" d="100"/>
          <a:sy n="79" d="100"/>
        </p:scale>
        <p:origin x="874" y="72"/>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u nguyen" userId="31b9601862520d57" providerId="LiveId" clId="{07B2BC80-840C-483D-B7BE-C10A04130099}"/>
    <pc:docChg chg="undo redo custSel addSld delSld modSld sldOrd modMainMaster">
      <pc:chgData name="hau nguyen" userId="31b9601862520d57" providerId="LiveId" clId="{07B2BC80-840C-483D-B7BE-C10A04130099}" dt="2025-11-29T14:54:10.116" v="3628" actId="1076"/>
      <pc:docMkLst>
        <pc:docMk/>
      </pc:docMkLst>
      <pc:sldChg chg="del">
        <pc:chgData name="hau nguyen" userId="31b9601862520d57" providerId="LiveId" clId="{07B2BC80-840C-483D-B7BE-C10A04130099}" dt="2025-11-28T16:06:40.110" v="2902" actId="2696"/>
        <pc:sldMkLst>
          <pc:docMk/>
          <pc:sldMk cId="293118606" sldId="258"/>
        </pc:sldMkLst>
      </pc:sldChg>
      <pc:sldChg chg="modSp mod ord modTransition">
        <pc:chgData name="hau nguyen" userId="31b9601862520d57" providerId="LiveId" clId="{07B2BC80-840C-483D-B7BE-C10A04130099}" dt="2025-11-29T09:54:23.416" v="3607"/>
        <pc:sldMkLst>
          <pc:docMk/>
          <pc:sldMk cId="2706205863" sldId="259"/>
        </pc:sldMkLst>
        <pc:spChg chg="mod">
          <ac:chgData name="hau nguyen" userId="31b9601862520d57" providerId="LiveId" clId="{07B2BC80-840C-483D-B7BE-C10A04130099}" dt="2025-11-27T14:34:34.098" v="825" actId="255"/>
          <ac:spMkLst>
            <pc:docMk/>
            <pc:sldMk cId="2706205863" sldId="259"/>
            <ac:spMk id="2" creationId="{14E1C98C-59A6-490B-83BD-EE1E10A5BA9A}"/>
          </ac:spMkLst>
        </pc:spChg>
        <pc:spChg chg="mod">
          <ac:chgData name="hau nguyen" userId="31b9601862520d57" providerId="LiveId" clId="{07B2BC80-840C-483D-B7BE-C10A04130099}" dt="2025-11-29T09:31:58.157" v="3461" actId="20577"/>
          <ac:spMkLst>
            <pc:docMk/>
            <pc:sldMk cId="2706205863" sldId="259"/>
            <ac:spMk id="3" creationId="{E48B3A4D-EB59-4245-BACF-15AE3A78BA4E}"/>
          </ac:spMkLst>
        </pc:spChg>
      </pc:sldChg>
      <pc:sldChg chg="addSp delSp modSp mod modTransition modClrScheme chgLayout">
        <pc:chgData name="hau nguyen" userId="31b9601862520d57" providerId="LiveId" clId="{07B2BC80-840C-483D-B7BE-C10A04130099}" dt="2025-11-29T09:54:23.416" v="3607"/>
        <pc:sldMkLst>
          <pc:docMk/>
          <pc:sldMk cId="131648227" sldId="261"/>
        </pc:sldMkLst>
        <pc:spChg chg="mod ord">
          <ac:chgData name="hau nguyen" userId="31b9601862520d57" providerId="LiveId" clId="{07B2BC80-840C-483D-B7BE-C10A04130099}" dt="2025-11-29T09:50:55.726" v="3579" actId="1076"/>
          <ac:spMkLst>
            <pc:docMk/>
            <pc:sldMk cId="131648227" sldId="261"/>
            <ac:spMk id="2" creationId="{6727981F-8DDB-4942-9095-1A301A93096A}"/>
          </ac:spMkLst>
        </pc:spChg>
        <pc:spChg chg="add del mod ord">
          <ac:chgData name="hau nguyen" userId="31b9601862520d57" providerId="LiveId" clId="{07B2BC80-840C-483D-B7BE-C10A04130099}" dt="2025-11-29T09:50:41.280" v="3577" actId="21"/>
          <ac:spMkLst>
            <pc:docMk/>
            <pc:sldMk cId="131648227" sldId="261"/>
            <ac:spMk id="3" creationId="{1528E6C7-98AA-FDAF-47F6-D5916E632754}"/>
          </ac:spMkLst>
        </pc:spChg>
        <pc:spChg chg="add del mod ord">
          <ac:chgData name="hau nguyen" userId="31b9601862520d57" providerId="LiveId" clId="{07B2BC80-840C-483D-B7BE-C10A04130099}" dt="2025-11-29T09:50:44.454" v="3578" actId="21"/>
          <ac:spMkLst>
            <pc:docMk/>
            <pc:sldMk cId="131648227" sldId="261"/>
            <ac:spMk id="4" creationId="{D20BD3D0-D591-6C94-2DD8-BACCF2208DE6}"/>
          </ac:spMkLst>
        </pc:spChg>
      </pc:sldChg>
      <pc:sldChg chg="del">
        <pc:chgData name="hau nguyen" userId="31b9601862520d57" providerId="LiveId" clId="{07B2BC80-840C-483D-B7BE-C10A04130099}" dt="2025-11-28T16:06:36.581" v="2901" actId="2696"/>
        <pc:sldMkLst>
          <pc:docMk/>
          <pc:sldMk cId="902549347" sldId="263"/>
        </pc:sldMkLst>
      </pc:sldChg>
      <pc:sldChg chg="addSp delSp modSp mod modTransition">
        <pc:chgData name="hau nguyen" userId="31b9601862520d57" providerId="LiveId" clId="{07B2BC80-840C-483D-B7BE-C10A04130099}" dt="2025-11-29T14:52:35.045" v="3621"/>
        <pc:sldMkLst>
          <pc:docMk/>
          <pc:sldMk cId="731403071" sldId="265"/>
        </pc:sldMkLst>
        <pc:spChg chg="mod">
          <ac:chgData name="hau nguyen" userId="31b9601862520d57" providerId="LiveId" clId="{07B2BC80-840C-483D-B7BE-C10A04130099}" dt="2025-11-28T13:36:21.979" v="1362" actId="20577"/>
          <ac:spMkLst>
            <pc:docMk/>
            <pc:sldMk cId="731403071" sldId="265"/>
            <ac:spMk id="2" creationId="{5CB59C82-E165-4291-296C-0B6D296854DE}"/>
          </ac:spMkLst>
        </pc:spChg>
        <pc:spChg chg="mod">
          <ac:chgData name="hau nguyen" userId="31b9601862520d57" providerId="LiveId" clId="{07B2BC80-840C-483D-B7BE-C10A04130099}" dt="2025-11-28T13:37:33.236" v="1372" actId="20577"/>
          <ac:spMkLst>
            <pc:docMk/>
            <pc:sldMk cId="731403071" sldId="265"/>
            <ac:spMk id="3" creationId="{D1AB227C-F72B-0A3A-1BA0-B974084F3559}"/>
          </ac:spMkLst>
        </pc:spChg>
        <pc:spChg chg="mod">
          <ac:chgData name="hau nguyen" userId="31b9601862520d57" providerId="LiveId" clId="{07B2BC80-840C-483D-B7BE-C10A04130099}" dt="2025-11-27T14:19:53.678" v="628" actId="1076"/>
          <ac:spMkLst>
            <pc:docMk/>
            <pc:sldMk cId="731403071" sldId="265"/>
            <ac:spMk id="4" creationId="{22A2249C-51C8-C10F-ACF3-9A8B868F97F6}"/>
          </ac:spMkLst>
        </pc:spChg>
        <pc:spChg chg="add mod">
          <ac:chgData name="hau nguyen" userId="31b9601862520d57" providerId="LiveId" clId="{07B2BC80-840C-483D-B7BE-C10A04130099}" dt="2025-11-27T14:19:55.984" v="629" actId="1076"/>
          <ac:spMkLst>
            <pc:docMk/>
            <pc:sldMk cId="731403071" sldId="265"/>
            <ac:spMk id="6" creationId="{DD76CC92-F00E-D37C-BF9D-48B70B8BD315}"/>
          </ac:spMkLst>
        </pc:spChg>
        <pc:spChg chg="add mod">
          <ac:chgData name="hau nguyen" userId="31b9601862520d57" providerId="LiveId" clId="{07B2BC80-840C-483D-B7BE-C10A04130099}" dt="2025-11-27T14:20:01.124" v="630" actId="1076"/>
          <ac:spMkLst>
            <pc:docMk/>
            <pc:sldMk cId="731403071" sldId="265"/>
            <ac:spMk id="8" creationId="{7FE24AC6-8145-940A-3A4E-EB313EC99F86}"/>
          </ac:spMkLst>
        </pc:spChg>
      </pc:sldChg>
      <pc:sldChg chg="del">
        <pc:chgData name="hau nguyen" userId="31b9601862520d57" providerId="LiveId" clId="{07B2BC80-840C-483D-B7BE-C10A04130099}" dt="2025-11-28T16:06:31.061" v="2899" actId="2696"/>
        <pc:sldMkLst>
          <pc:docMk/>
          <pc:sldMk cId="2903526848" sldId="266"/>
        </pc:sldMkLst>
      </pc:sldChg>
      <pc:sldChg chg="del">
        <pc:chgData name="hau nguyen" userId="31b9601862520d57" providerId="LiveId" clId="{07B2BC80-840C-483D-B7BE-C10A04130099}" dt="2025-11-28T16:06:29.013" v="2898" actId="2696"/>
        <pc:sldMkLst>
          <pc:docMk/>
          <pc:sldMk cId="3562301540" sldId="267"/>
        </pc:sldMkLst>
      </pc:sldChg>
      <pc:sldChg chg="del">
        <pc:chgData name="hau nguyen" userId="31b9601862520d57" providerId="LiveId" clId="{07B2BC80-840C-483D-B7BE-C10A04130099}" dt="2025-11-28T16:06:27.021" v="2897" actId="2696"/>
        <pc:sldMkLst>
          <pc:docMk/>
          <pc:sldMk cId="276068639" sldId="268"/>
        </pc:sldMkLst>
      </pc:sldChg>
      <pc:sldChg chg="del">
        <pc:chgData name="hau nguyen" userId="31b9601862520d57" providerId="LiveId" clId="{07B2BC80-840C-483D-B7BE-C10A04130099}" dt="2025-11-28T16:06:33.558" v="2900" actId="2696"/>
        <pc:sldMkLst>
          <pc:docMk/>
          <pc:sldMk cId="3934037774" sldId="269"/>
        </pc:sldMkLst>
      </pc:sldChg>
      <pc:sldChg chg="addSp delSp modSp add mod modTransition">
        <pc:chgData name="hau nguyen" userId="31b9601862520d57" providerId="LiveId" clId="{07B2BC80-840C-483D-B7BE-C10A04130099}" dt="2025-11-29T09:54:23.416" v="3607"/>
        <pc:sldMkLst>
          <pc:docMk/>
          <pc:sldMk cId="4237210083" sldId="270"/>
        </pc:sldMkLst>
        <pc:spChg chg="mod">
          <ac:chgData name="hau nguyen" userId="31b9601862520d57" providerId="LiveId" clId="{07B2BC80-840C-483D-B7BE-C10A04130099}" dt="2025-11-29T09:35:15.627" v="3498" actId="1076"/>
          <ac:spMkLst>
            <pc:docMk/>
            <pc:sldMk cId="4237210083" sldId="270"/>
            <ac:spMk id="2" creationId="{FA3A82EC-6551-149F-9098-FB72EB6F5365}"/>
          </ac:spMkLst>
        </pc:spChg>
        <pc:spChg chg="del">
          <ac:chgData name="hau nguyen" userId="31b9601862520d57" providerId="LiveId" clId="{07B2BC80-840C-483D-B7BE-C10A04130099}" dt="2025-11-29T09:04:08.354" v="3307" actId="21"/>
          <ac:spMkLst>
            <pc:docMk/>
            <pc:sldMk cId="4237210083" sldId="270"/>
            <ac:spMk id="3" creationId="{389612B3-EE13-5490-2E1A-DFDEECE9B116}"/>
          </ac:spMkLst>
        </pc:spChg>
        <pc:spChg chg="add mod">
          <ac:chgData name="hau nguyen" userId="31b9601862520d57" providerId="LiveId" clId="{07B2BC80-840C-483D-B7BE-C10A04130099}" dt="2025-11-29T09:02:10.170" v="3290" actId="14100"/>
          <ac:spMkLst>
            <pc:docMk/>
            <pc:sldMk cId="4237210083" sldId="270"/>
            <ac:spMk id="4" creationId="{E56DFD0C-7692-13F2-E6E3-163F04AD14CF}"/>
          </ac:spMkLst>
        </pc:spChg>
        <pc:spChg chg="add">
          <ac:chgData name="hau nguyen" userId="31b9601862520d57" providerId="LiveId" clId="{07B2BC80-840C-483D-B7BE-C10A04130099}" dt="2025-11-29T09:03:28.305" v="3297"/>
          <ac:spMkLst>
            <pc:docMk/>
            <pc:sldMk cId="4237210083" sldId="270"/>
            <ac:spMk id="6" creationId="{A740D586-6E6E-2BEC-FB9F-09EDFA744357}"/>
          </ac:spMkLst>
        </pc:spChg>
        <pc:spChg chg="add">
          <ac:chgData name="hau nguyen" userId="31b9601862520d57" providerId="LiveId" clId="{07B2BC80-840C-483D-B7BE-C10A04130099}" dt="2025-11-29T09:03:53.780" v="3303"/>
          <ac:spMkLst>
            <pc:docMk/>
            <pc:sldMk cId="4237210083" sldId="270"/>
            <ac:spMk id="8" creationId="{721C945E-0ABE-A87E-4E2D-A57C0B0B385F}"/>
          </ac:spMkLst>
        </pc:spChg>
        <pc:picChg chg="add mod modCrop">
          <ac:chgData name="hau nguyen" userId="31b9601862520d57" providerId="LiveId" clId="{07B2BC80-840C-483D-B7BE-C10A04130099}" dt="2025-11-29T09:32:41.892" v="3472" actId="1076"/>
          <ac:picMkLst>
            <pc:docMk/>
            <pc:sldMk cId="4237210083" sldId="270"/>
            <ac:picMk id="5" creationId="{85D5C52D-CA93-87E3-6FD4-4A74231E5C50}"/>
          </ac:picMkLst>
        </pc:picChg>
        <pc:picChg chg="add del mod">
          <ac:chgData name="hau nguyen" userId="31b9601862520d57" providerId="LiveId" clId="{07B2BC80-840C-483D-B7BE-C10A04130099}" dt="2025-11-29T09:06:30.714" v="3331" actId="21"/>
          <ac:picMkLst>
            <pc:docMk/>
            <pc:sldMk cId="4237210083" sldId="270"/>
            <ac:picMk id="7" creationId="{5B625E8C-EE95-79B9-FFA4-88C46F4588DB}"/>
          </ac:picMkLst>
        </pc:picChg>
        <pc:picChg chg="add mod modCrop">
          <ac:chgData name="hau nguyen" userId="31b9601862520d57" providerId="LiveId" clId="{07B2BC80-840C-483D-B7BE-C10A04130099}" dt="2025-11-29T09:35:45.666" v="3499" actId="1076"/>
          <ac:picMkLst>
            <pc:docMk/>
            <pc:sldMk cId="4237210083" sldId="270"/>
            <ac:picMk id="9" creationId="{90FBC45C-F50E-AE1A-8708-1F96B924C571}"/>
          </ac:picMkLst>
        </pc:picChg>
        <pc:picChg chg="add mod">
          <ac:chgData name="hau nguyen" userId="31b9601862520d57" providerId="LiveId" clId="{07B2BC80-840C-483D-B7BE-C10A04130099}" dt="2025-11-29T09:06:31.828" v="3332"/>
          <ac:picMkLst>
            <pc:docMk/>
            <pc:sldMk cId="4237210083" sldId="270"/>
            <ac:picMk id="10" creationId="{5B625E8C-EE95-79B9-FFA4-88C46F4588DB}"/>
          </ac:picMkLst>
        </pc:picChg>
        <pc:picChg chg="add mod">
          <ac:chgData name="hau nguyen" userId="31b9601862520d57" providerId="LiveId" clId="{07B2BC80-840C-483D-B7BE-C10A04130099}" dt="2025-11-29T09:32:43.798" v="3473" actId="1076"/>
          <ac:picMkLst>
            <pc:docMk/>
            <pc:sldMk cId="4237210083" sldId="270"/>
            <ac:picMk id="2056" creationId="{F02715A1-13F6-D706-B08E-B9C84027C59B}"/>
          </ac:picMkLst>
        </pc:picChg>
      </pc:sldChg>
      <pc:sldChg chg="addSp delSp modSp add mod modTransition">
        <pc:chgData name="hau nguyen" userId="31b9601862520d57" providerId="LiveId" clId="{07B2BC80-840C-483D-B7BE-C10A04130099}" dt="2025-11-29T09:54:23.416" v="3607"/>
        <pc:sldMkLst>
          <pc:docMk/>
          <pc:sldMk cId="3157057043" sldId="271"/>
        </pc:sldMkLst>
        <pc:spChg chg="mod">
          <ac:chgData name="hau nguyen" userId="31b9601862520d57" providerId="LiveId" clId="{07B2BC80-840C-483D-B7BE-C10A04130099}" dt="2025-11-29T09:40:05.882" v="3530" actId="1076"/>
          <ac:spMkLst>
            <pc:docMk/>
            <pc:sldMk cId="3157057043" sldId="271"/>
            <ac:spMk id="2" creationId="{74940204-E723-A89E-3EE9-4B8F7011C31A}"/>
          </ac:spMkLst>
        </pc:spChg>
        <pc:spChg chg="del">
          <ac:chgData name="hau nguyen" userId="31b9601862520d57" providerId="LiveId" clId="{07B2BC80-840C-483D-B7BE-C10A04130099}" dt="2025-11-29T09:34:44.007" v="3495" actId="21"/>
          <ac:spMkLst>
            <pc:docMk/>
            <pc:sldMk cId="3157057043" sldId="271"/>
            <ac:spMk id="3" creationId="{5E62F9D7-C14F-A779-9731-FB8512E6CD0E}"/>
          </ac:spMkLst>
        </pc:spChg>
        <pc:picChg chg="add del mod">
          <ac:chgData name="hau nguyen" userId="31b9601862520d57" providerId="LiveId" clId="{07B2BC80-840C-483D-B7BE-C10A04130099}" dt="2025-11-29T09:39:05.475" v="3522" actId="21"/>
          <ac:picMkLst>
            <pc:docMk/>
            <pc:sldMk cId="3157057043" sldId="271"/>
            <ac:picMk id="4098" creationId="{260501D9-B18E-F611-3905-F360F81F33FD}"/>
          </ac:picMkLst>
        </pc:picChg>
        <pc:picChg chg="add mod">
          <ac:chgData name="hau nguyen" userId="31b9601862520d57" providerId="LiveId" clId="{07B2BC80-840C-483D-B7BE-C10A04130099}" dt="2025-11-29T09:49:35.910" v="3573" actId="1440"/>
          <ac:picMkLst>
            <pc:docMk/>
            <pc:sldMk cId="3157057043" sldId="271"/>
            <ac:picMk id="4100" creationId="{574E2189-BB1D-D58B-D3C7-80573769BD46}"/>
          </ac:picMkLst>
        </pc:picChg>
      </pc:sldChg>
      <pc:sldChg chg="addSp delSp modSp add mod modTransition">
        <pc:chgData name="hau nguyen" userId="31b9601862520d57" providerId="LiveId" clId="{07B2BC80-840C-483D-B7BE-C10A04130099}" dt="2025-11-29T09:54:23.416" v="3607"/>
        <pc:sldMkLst>
          <pc:docMk/>
          <pc:sldMk cId="2595359094" sldId="272"/>
        </pc:sldMkLst>
        <pc:spChg chg="mod">
          <ac:chgData name="hau nguyen" userId="31b9601862520d57" providerId="LiveId" clId="{07B2BC80-840C-483D-B7BE-C10A04130099}" dt="2025-11-29T09:42:13.680" v="3535" actId="1076"/>
          <ac:spMkLst>
            <pc:docMk/>
            <pc:sldMk cId="2595359094" sldId="272"/>
            <ac:spMk id="2" creationId="{EB27089D-1C78-F9E9-A740-496D131F013A}"/>
          </ac:spMkLst>
        </pc:spChg>
        <pc:spChg chg="del">
          <ac:chgData name="hau nguyen" userId="31b9601862520d57" providerId="LiveId" clId="{07B2BC80-840C-483D-B7BE-C10A04130099}" dt="2025-11-29T09:34:48.919" v="3496" actId="21"/>
          <ac:spMkLst>
            <pc:docMk/>
            <pc:sldMk cId="2595359094" sldId="272"/>
            <ac:spMk id="3" creationId="{C1AFE470-5439-F3EE-E6D4-34B20191BB28}"/>
          </ac:spMkLst>
        </pc:spChg>
        <pc:spChg chg="add">
          <ac:chgData name="hau nguyen" userId="31b9601862520d57" providerId="LiveId" clId="{07B2BC80-840C-483D-B7BE-C10A04130099}" dt="2025-11-29T09:42:16.763" v="3536"/>
          <ac:spMkLst>
            <pc:docMk/>
            <pc:sldMk cId="2595359094" sldId="272"/>
            <ac:spMk id="4" creationId="{026B5206-39AA-8022-B0F0-D5D53361C9CA}"/>
          </ac:spMkLst>
        </pc:spChg>
        <pc:picChg chg="add del mod">
          <ac:chgData name="hau nguyen" userId="31b9601862520d57" providerId="LiveId" clId="{07B2BC80-840C-483D-B7BE-C10A04130099}" dt="2025-11-29T09:42:31.467" v="3541" actId="21"/>
          <ac:picMkLst>
            <pc:docMk/>
            <pc:sldMk cId="2595359094" sldId="272"/>
            <ac:picMk id="5" creationId="{19764104-6039-0067-F064-BF76F29B5472}"/>
          </ac:picMkLst>
        </pc:picChg>
        <pc:picChg chg="add mod">
          <ac:chgData name="hau nguyen" userId="31b9601862520d57" providerId="LiveId" clId="{07B2BC80-840C-483D-B7BE-C10A04130099}" dt="2025-11-29T09:49:17.277" v="3572" actId="1440"/>
          <ac:picMkLst>
            <pc:docMk/>
            <pc:sldMk cId="2595359094" sldId="272"/>
            <ac:picMk id="5124" creationId="{15D5A592-B962-2504-74CC-F809B9040CAD}"/>
          </ac:picMkLst>
        </pc:picChg>
      </pc:sldChg>
      <pc:sldChg chg="addSp delSp modSp add mod ord modTransition">
        <pc:chgData name="hau nguyen" userId="31b9601862520d57" providerId="LiveId" clId="{07B2BC80-840C-483D-B7BE-C10A04130099}" dt="2025-11-29T09:54:23.416" v="3607"/>
        <pc:sldMkLst>
          <pc:docMk/>
          <pc:sldMk cId="1808303757" sldId="273"/>
        </pc:sldMkLst>
        <pc:spChg chg="mod">
          <ac:chgData name="hau nguyen" userId="31b9601862520d57" providerId="LiveId" clId="{07B2BC80-840C-483D-B7BE-C10A04130099}" dt="2025-11-29T09:43:15.989" v="3554" actId="1076"/>
          <ac:spMkLst>
            <pc:docMk/>
            <pc:sldMk cId="1808303757" sldId="273"/>
            <ac:spMk id="2" creationId="{D97F709E-FB31-A303-6089-1BE1EE7BB659}"/>
          </ac:spMkLst>
        </pc:spChg>
        <pc:spChg chg="del">
          <ac:chgData name="hau nguyen" userId="31b9601862520d57" providerId="LiveId" clId="{07B2BC80-840C-483D-B7BE-C10A04130099}" dt="2025-11-29T09:42:36.405" v="3542" actId="21"/>
          <ac:spMkLst>
            <pc:docMk/>
            <pc:sldMk cId="1808303757" sldId="273"/>
            <ac:spMk id="3" creationId="{B55ACD33-C5B1-687D-425C-6EAB814EED36}"/>
          </ac:spMkLst>
        </pc:spChg>
        <pc:spChg chg="add del mod">
          <ac:chgData name="hau nguyen" userId="31b9601862520d57" providerId="LiveId" clId="{07B2BC80-840C-483D-B7BE-C10A04130099}" dt="2025-11-29T09:42:41.028" v="3544" actId="21"/>
          <ac:spMkLst>
            <pc:docMk/>
            <pc:sldMk cId="1808303757" sldId="273"/>
            <ac:spMk id="4" creationId="{B55ACD33-C5B1-687D-425C-6EAB814EED36}"/>
          </ac:spMkLst>
        </pc:spChg>
        <pc:spChg chg="add">
          <ac:chgData name="hau nguyen" userId="31b9601862520d57" providerId="LiveId" clId="{07B2BC80-840C-483D-B7BE-C10A04130099}" dt="2025-11-29T09:42:48.026" v="3545"/>
          <ac:spMkLst>
            <pc:docMk/>
            <pc:sldMk cId="1808303757" sldId="273"/>
            <ac:spMk id="5" creationId="{0ACF371C-4DF9-A408-2182-214FA75F7DAB}"/>
          </ac:spMkLst>
        </pc:spChg>
        <pc:spChg chg="add del">
          <ac:chgData name="hau nguyen" userId="31b9601862520d57" providerId="LiveId" clId="{07B2BC80-840C-483D-B7BE-C10A04130099}" dt="2025-11-29T09:48:41.297" v="3568" actId="11529"/>
          <ac:spMkLst>
            <pc:docMk/>
            <pc:sldMk cId="1808303757" sldId="273"/>
            <ac:spMk id="7" creationId="{12B34ACE-CC5E-B869-DE05-2727DA260B58}"/>
          </ac:spMkLst>
        </pc:spChg>
        <pc:picChg chg="add mod">
          <ac:chgData name="hau nguyen" userId="31b9601862520d57" providerId="LiveId" clId="{07B2BC80-840C-483D-B7BE-C10A04130099}" dt="2025-11-29T09:49:07.614" v="3571" actId="1440"/>
          <ac:picMkLst>
            <pc:docMk/>
            <pc:sldMk cId="1808303757" sldId="273"/>
            <ac:picMk id="6" creationId="{14189F3A-4BB6-DB6C-7238-2DD4C207BB62}"/>
          </ac:picMkLst>
        </pc:picChg>
      </pc:sldChg>
      <pc:sldChg chg="addSp delSp modSp add mod modTransition">
        <pc:chgData name="hau nguyen" userId="31b9601862520d57" providerId="LiveId" clId="{07B2BC80-840C-483D-B7BE-C10A04130099}" dt="2025-11-29T09:54:23.416" v="3607"/>
        <pc:sldMkLst>
          <pc:docMk/>
          <pc:sldMk cId="128236182" sldId="274"/>
        </pc:sldMkLst>
        <pc:spChg chg="mod">
          <ac:chgData name="hau nguyen" userId="31b9601862520d57" providerId="LiveId" clId="{07B2BC80-840C-483D-B7BE-C10A04130099}" dt="2025-11-27T14:39:28.006" v="1004" actId="20577"/>
          <ac:spMkLst>
            <pc:docMk/>
            <pc:sldMk cId="128236182" sldId="274"/>
            <ac:spMk id="2" creationId="{2110FF6A-0AF6-5F24-7DF3-E9CB4016574F}"/>
          </ac:spMkLst>
        </pc:spChg>
        <pc:spChg chg="add del">
          <ac:chgData name="hau nguyen" userId="31b9601862520d57" providerId="LiveId" clId="{07B2BC80-840C-483D-B7BE-C10A04130099}" dt="2025-11-29T09:48:44.228" v="3570" actId="21"/>
          <ac:spMkLst>
            <pc:docMk/>
            <pc:sldMk cId="128236182" sldId="274"/>
            <ac:spMk id="3" creationId="{A0CD5F33-EFE5-6CFD-E257-B757DDE0AF74}"/>
          </ac:spMkLst>
        </pc:spChg>
      </pc:sldChg>
      <pc:sldChg chg="addSp delSp modSp new mod modTransition modClrScheme chgLayout">
        <pc:chgData name="hau nguyen" userId="31b9601862520d57" providerId="LiveId" clId="{07B2BC80-840C-483D-B7BE-C10A04130099}" dt="2025-11-29T09:54:23.416" v="3607"/>
        <pc:sldMkLst>
          <pc:docMk/>
          <pc:sldMk cId="3119867466" sldId="275"/>
        </pc:sldMkLst>
        <pc:spChg chg="add mod ord">
          <ac:chgData name="hau nguyen" userId="31b9601862520d57" providerId="LiveId" clId="{07B2BC80-840C-483D-B7BE-C10A04130099}" dt="2025-11-28T13:41:57.789" v="1406" actId="20577"/>
          <ac:spMkLst>
            <pc:docMk/>
            <pc:sldMk cId="3119867466" sldId="275"/>
            <ac:spMk id="6" creationId="{B0039572-A6D3-1772-CFAB-F2A1B1B224E9}"/>
          </ac:spMkLst>
        </pc:spChg>
        <pc:spChg chg="add mod ord">
          <ac:chgData name="hau nguyen" userId="31b9601862520d57" providerId="LiveId" clId="{07B2BC80-840C-483D-B7BE-C10A04130099}" dt="2025-11-28T13:48:36.333" v="1417" actId="20577"/>
          <ac:spMkLst>
            <pc:docMk/>
            <pc:sldMk cId="3119867466" sldId="275"/>
            <ac:spMk id="7" creationId="{2F83A620-F9ED-F033-894B-34E4DA407E84}"/>
          </ac:spMkLst>
        </pc:spChg>
      </pc:sldChg>
      <pc:sldChg chg="addSp modSp add mod ord modTransition">
        <pc:chgData name="hau nguyen" userId="31b9601862520d57" providerId="LiveId" clId="{07B2BC80-840C-483D-B7BE-C10A04130099}" dt="2025-11-29T10:09:30.851" v="3614" actId="20577"/>
        <pc:sldMkLst>
          <pc:docMk/>
          <pc:sldMk cId="1131369477" sldId="276"/>
        </pc:sldMkLst>
        <pc:spChg chg="add">
          <ac:chgData name="hau nguyen" userId="31b9601862520d57" providerId="LiveId" clId="{07B2BC80-840C-483D-B7BE-C10A04130099}" dt="2025-11-28T14:34:11.636" v="1774"/>
          <ac:spMkLst>
            <pc:docMk/>
            <pc:sldMk cId="1131369477" sldId="276"/>
            <ac:spMk id="2" creationId="{CDC14FD8-F162-83AD-83B2-A33D64FA6E3B}"/>
          </ac:spMkLst>
        </pc:spChg>
        <pc:spChg chg="add">
          <ac:chgData name="hau nguyen" userId="31b9601862520d57" providerId="LiveId" clId="{07B2BC80-840C-483D-B7BE-C10A04130099}" dt="2025-11-28T14:34:11.636" v="1774"/>
          <ac:spMkLst>
            <pc:docMk/>
            <pc:sldMk cId="1131369477" sldId="276"/>
            <ac:spMk id="3" creationId="{F24A52AE-D2E3-22CA-34C6-4A4E6456D0B2}"/>
          </ac:spMkLst>
        </pc:spChg>
        <pc:spChg chg="add">
          <ac:chgData name="hau nguyen" userId="31b9601862520d57" providerId="LiveId" clId="{07B2BC80-840C-483D-B7BE-C10A04130099}" dt="2025-11-28T14:34:11.636" v="1774"/>
          <ac:spMkLst>
            <pc:docMk/>
            <pc:sldMk cId="1131369477" sldId="276"/>
            <ac:spMk id="4" creationId="{C2F57B87-141C-863E-21D0-7DD5EE542FE3}"/>
          </ac:spMkLst>
        </pc:spChg>
        <pc:spChg chg="add">
          <ac:chgData name="hau nguyen" userId="31b9601862520d57" providerId="LiveId" clId="{07B2BC80-840C-483D-B7BE-C10A04130099}" dt="2025-11-28T14:34:11.636" v="1774"/>
          <ac:spMkLst>
            <pc:docMk/>
            <pc:sldMk cId="1131369477" sldId="276"/>
            <ac:spMk id="5" creationId="{0455927C-707E-4B68-D2E0-0F6C072D09E9}"/>
          </ac:spMkLst>
        </pc:spChg>
        <pc:spChg chg="mod">
          <ac:chgData name="hau nguyen" userId="31b9601862520d57" providerId="LiveId" clId="{07B2BC80-840C-483D-B7BE-C10A04130099}" dt="2025-11-27T15:46:55.840" v="1298" actId="20577"/>
          <ac:spMkLst>
            <pc:docMk/>
            <pc:sldMk cId="1131369477" sldId="276"/>
            <ac:spMk id="6" creationId="{1F25A98E-0ADD-0119-1434-08228E1E2437}"/>
          </ac:spMkLst>
        </pc:spChg>
        <pc:spChg chg="mod">
          <ac:chgData name="hau nguyen" userId="31b9601862520d57" providerId="LiveId" clId="{07B2BC80-840C-483D-B7BE-C10A04130099}" dt="2025-11-29T10:09:30.851" v="3614" actId="20577"/>
          <ac:spMkLst>
            <pc:docMk/>
            <pc:sldMk cId="1131369477" sldId="276"/>
            <ac:spMk id="7" creationId="{C71AFF8E-FD90-B7C8-758A-B8AA1A1BDF6F}"/>
          </ac:spMkLst>
        </pc:spChg>
        <pc:spChg chg="add">
          <ac:chgData name="hau nguyen" userId="31b9601862520d57" providerId="LiveId" clId="{07B2BC80-840C-483D-B7BE-C10A04130099}" dt="2025-11-28T14:34:11.636" v="1774"/>
          <ac:spMkLst>
            <pc:docMk/>
            <pc:sldMk cId="1131369477" sldId="276"/>
            <ac:spMk id="8" creationId="{67909B65-2269-5FF2-3551-11755DB910A0}"/>
          </ac:spMkLst>
        </pc:spChg>
        <pc:spChg chg="add">
          <ac:chgData name="hau nguyen" userId="31b9601862520d57" providerId="LiveId" clId="{07B2BC80-840C-483D-B7BE-C10A04130099}" dt="2025-11-28T14:34:11.636" v="1774"/>
          <ac:spMkLst>
            <pc:docMk/>
            <pc:sldMk cId="1131369477" sldId="276"/>
            <ac:spMk id="9" creationId="{FF0F83E1-F9E0-E1EE-6BC7-F5484192A99D}"/>
          </ac:spMkLst>
        </pc:spChg>
        <pc:spChg chg="add">
          <ac:chgData name="hau nguyen" userId="31b9601862520d57" providerId="LiveId" clId="{07B2BC80-840C-483D-B7BE-C10A04130099}" dt="2025-11-28T14:34:11.636" v="1774"/>
          <ac:spMkLst>
            <pc:docMk/>
            <pc:sldMk cId="1131369477" sldId="276"/>
            <ac:spMk id="10" creationId="{8439F0C7-5D21-9DFF-3861-A210DD85FA0E}"/>
          </ac:spMkLst>
        </pc:spChg>
        <pc:spChg chg="add">
          <ac:chgData name="hau nguyen" userId="31b9601862520d57" providerId="LiveId" clId="{07B2BC80-840C-483D-B7BE-C10A04130099}" dt="2025-11-28T14:34:11.636" v="1774"/>
          <ac:spMkLst>
            <pc:docMk/>
            <pc:sldMk cId="1131369477" sldId="276"/>
            <ac:spMk id="11" creationId="{082D563C-67E5-7BBE-E288-F4575762740C}"/>
          </ac:spMkLst>
        </pc:spChg>
        <pc:spChg chg="add">
          <ac:chgData name="hau nguyen" userId="31b9601862520d57" providerId="LiveId" clId="{07B2BC80-840C-483D-B7BE-C10A04130099}" dt="2025-11-28T14:34:11.636" v="1774"/>
          <ac:spMkLst>
            <pc:docMk/>
            <pc:sldMk cId="1131369477" sldId="276"/>
            <ac:spMk id="14" creationId="{4FA53123-E726-8AAE-D85A-8E5A282F3DCE}"/>
          </ac:spMkLst>
        </pc:spChg>
        <pc:spChg chg="add">
          <ac:chgData name="hau nguyen" userId="31b9601862520d57" providerId="LiveId" clId="{07B2BC80-840C-483D-B7BE-C10A04130099}" dt="2025-11-28T14:34:11.636" v="1774"/>
          <ac:spMkLst>
            <pc:docMk/>
            <pc:sldMk cId="1131369477" sldId="276"/>
            <ac:spMk id="15" creationId="{4A07249A-EB39-685F-7D6E-FF696693B91D}"/>
          </ac:spMkLst>
        </pc:spChg>
      </pc:sldChg>
      <pc:sldChg chg="modSp add mod modTransition">
        <pc:chgData name="hau nguyen" userId="31b9601862520d57" providerId="LiveId" clId="{07B2BC80-840C-483D-B7BE-C10A04130099}" dt="2025-11-29T09:54:23.416" v="3607"/>
        <pc:sldMkLst>
          <pc:docMk/>
          <pc:sldMk cId="3568792948" sldId="277"/>
        </pc:sldMkLst>
        <pc:spChg chg="mod">
          <ac:chgData name="hau nguyen" userId="31b9601862520d57" providerId="LiveId" clId="{07B2BC80-840C-483D-B7BE-C10A04130099}" dt="2025-11-27T15:47:01.085" v="1304" actId="20577"/>
          <ac:spMkLst>
            <pc:docMk/>
            <pc:sldMk cId="3568792948" sldId="277"/>
            <ac:spMk id="6" creationId="{22050728-2680-CD09-04A2-7E12646CCE58}"/>
          </ac:spMkLst>
        </pc:spChg>
        <pc:spChg chg="mod">
          <ac:chgData name="hau nguyen" userId="31b9601862520d57" providerId="LiveId" clId="{07B2BC80-840C-483D-B7BE-C10A04130099}" dt="2025-11-28T15:00:08.048" v="2065" actId="113"/>
          <ac:spMkLst>
            <pc:docMk/>
            <pc:sldMk cId="3568792948" sldId="277"/>
            <ac:spMk id="7" creationId="{75D2EC3F-4CD0-BCD9-2B4A-3EEA70A13243}"/>
          </ac:spMkLst>
        </pc:spChg>
      </pc:sldChg>
      <pc:sldChg chg="modSp add mod modTransition">
        <pc:chgData name="hau nguyen" userId="31b9601862520d57" providerId="LiveId" clId="{07B2BC80-840C-483D-B7BE-C10A04130099}" dt="2025-11-29T09:54:23.416" v="3607"/>
        <pc:sldMkLst>
          <pc:docMk/>
          <pc:sldMk cId="1577585341" sldId="278"/>
        </pc:sldMkLst>
        <pc:spChg chg="mod">
          <ac:chgData name="hau nguyen" userId="31b9601862520d57" providerId="LiveId" clId="{07B2BC80-840C-483D-B7BE-C10A04130099}" dt="2025-11-27T15:47:09.337" v="1316" actId="20577"/>
          <ac:spMkLst>
            <pc:docMk/>
            <pc:sldMk cId="1577585341" sldId="278"/>
            <ac:spMk id="6" creationId="{555FE156-DE03-C61B-4080-E2BD2BF0E85E}"/>
          </ac:spMkLst>
        </pc:spChg>
        <pc:spChg chg="mod">
          <ac:chgData name="hau nguyen" userId="31b9601862520d57" providerId="LiveId" clId="{07B2BC80-840C-483D-B7BE-C10A04130099}" dt="2025-11-29T08:56:43.467" v="3238" actId="20577"/>
          <ac:spMkLst>
            <pc:docMk/>
            <pc:sldMk cId="1577585341" sldId="278"/>
            <ac:spMk id="7" creationId="{EA0137AF-6D0E-7BB0-866A-E905EF034B6D}"/>
          </ac:spMkLst>
        </pc:spChg>
      </pc:sldChg>
      <pc:sldChg chg="modSp add mod modTransition">
        <pc:chgData name="hau nguyen" userId="31b9601862520d57" providerId="LiveId" clId="{07B2BC80-840C-483D-B7BE-C10A04130099}" dt="2025-11-29T09:54:23.416" v="3607"/>
        <pc:sldMkLst>
          <pc:docMk/>
          <pc:sldMk cId="4246340962" sldId="279"/>
        </pc:sldMkLst>
        <pc:spChg chg="mod">
          <ac:chgData name="hau nguyen" userId="31b9601862520d57" providerId="LiveId" clId="{07B2BC80-840C-483D-B7BE-C10A04130099}" dt="2025-11-28T13:49:10.527" v="1419"/>
          <ac:spMkLst>
            <pc:docMk/>
            <pc:sldMk cId="4246340962" sldId="279"/>
            <ac:spMk id="6" creationId="{E3828411-2284-A17B-CB8E-B912E4DB5762}"/>
          </ac:spMkLst>
        </pc:spChg>
        <pc:spChg chg="mod">
          <ac:chgData name="hau nguyen" userId="31b9601862520d57" providerId="LiveId" clId="{07B2BC80-840C-483D-B7BE-C10A04130099}" dt="2025-11-28T14:02:04.266" v="1600" actId="20577"/>
          <ac:spMkLst>
            <pc:docMk/>
            <pc:sldMk cId="4246340962" sldId="279"/>
            <ac:spMk id="7" creationId="{2D5D7701-1A1D-999C-1402-F4822DD4E444}"/>
          </ac:spMkLst>
        </pc:spChg>
      </pc:sldChg>
      <pc:sldChg chg="modSp add mod modTransition">
        <pc:chgData name="hau nguyen" userId="31b9601862520d57" providerId="LiveId" clId="{07B2BC80-840C-483D-B7BE-C10A04130099}" dt="2025-11-29T09:54:23.416" v="3607"/>
        <pc:sldMkLst>
          <pc:docMk/>
          <pc:sldMk cId="2254839155" sldId="280"/>
        </pc:sldMkLst>
        <pc:spChg chg="mod">
          <ac:chgData name="hau nguyen" userId="31b9601862520d57" providerId="LiveId" clId="{07B2BC80-840C-483D-B7BE-C10A04130099}" dt="2025-11-28T14:04:57.476" v="1602"/>
          <ac:spMkLst>
            <pc:docMk/>
            <pc:sldMk cId="2254839155" sldId="280"/>
            <ac:spMk id="6" creationId="{EBC54B0A-9E3E-07AE-D9FF-50F4D28725B0}"/>
          </ac:spMkLst>
        </pc:spChg>
        <pc:spChg chg="mod">
          <ac:chgData name="hau nguyen" userId="31b9601862520d57" providerId="LiveId" clId="{07B2BC80-840C-483D-B7BE-C10A04130099}" dt="2025-11-28T14:20:48.470" v="1769" actId="20577"/>
          <ac:spMkLst>
            <pc:docMk/>
            <pc:sldMk cId="2254839155" sldId="280"/>
            <ac:spMk id="7" creationId="{1F7DC5A7-DE0F-8E4E-36C3-ADFBA9563B50}"/>
          </ac:spMkLst>
        </pc:spChg>
      </pc:sldChg>
      <pc:sldChg chg="addSp delSp modSp new mod modTransition modClrScheme chgLayout">
        <pc:chgData name="hau nguyen" userId="31b9601862520d57" providerId="LiveId" clId="{07B2BC80-840C-483D-B7BE-C10A04130099}" dt="2025-11-29T09:54:23.416" v="3607"/>
        <pc:sldMkLst>
          <pc:docMk/>
          <pc:sldMk cId="4284133824" sldId="281"/>
        </pc:sldMkLst>
        <pc:spChg chg="del mod ord">
          <ac:chgData name="hau nguyen" userId="31b9601862520d57" providerId="LiveId" clId="{07B2BC80-840C-483D-B7BE-C10A04130099}" dt="2025-11-28T15:14:16.927" v="2306" actId="700"/>
          <ac:spMkLst>
            <pc:docMk/>
            <pc:sldMk cId="4284133824" sldId="281"/>
            <ac:spMk id="2" creationId="{CBA5181C-A0CF-99F4-72F5-F0B001481AC0}"/>
          </ac:spMkLst>
        </pc:spChg>
        <pc:spChg chg="del mod ord">
          <ac:chgData name="hau nguyen" userId="31b9601862520d57" providerId="LiveId" clId="{07B2BC80-840C-483D-B7BE-C10A04130099}" dt="2025-11-28T15:14:16.927" v="2306" actId="700"/>
          <ac:spMkLst>
            <pc:docMk/>
            <pc:sldMk cId="4284133824" sldId="281"/>
            <ac:spMk id="3" creationId="{8BCEF28F-F236-5C38-6EE2-E65EC4D5F57D}"/>
          </ac:spMkLst>
        </pc:spChg>
        <pc:spChg chg="add del mod ord">
          <ac:chgData name="hau nguyen" userId="31b9601862520d57" providerId="LiveId" clId="{07B2BC80-840C-483D-B7BE-C10A04130099}" dt="2025-11-28T15:16:08.652" v="2307" actId="700"/>
          <ac:spMkLst>
            <pc:docMk/>
            <pc:sldMk cId="4284133824" sldId="281"/>
            <ac:spMk id="4" creationId="{DEA230E3-DE06-1E0D-DA25-471F738C8513}"/>
          </ac:spMkLst>
        </pc:spChg>
        <pc:spChg chg="add del mod ord">
          <ac:chgData name="hau nguyen" userId="31b9601862520d57" providerId="LiveId" clId="{07B2BC80-840C-483D-B7BE-C10A04130099}" dt="2025-11-28T15:16:08.652" v="2307" actId="700"/>
          <ac:spMkLst>
            <pc:docMk/>
            <pc:sldMk cId="4284133824" sldId="281"/>
            <ac:spMk id="5" creationId="{633B2DEF-CB23-4C2F-C3EE-9C4DB9A62342}"/>
          </ac:spMkLst>
        </pc:spChg>
        <pc:graphicFrameChg chg="add del mod modGraphic">
          <ac:chgData name="hau nguyen" userId="31b9601862520d57" providerId="LiveId" clId="{07B2BC80-840C-483D-B7BE-C10A04130099}" dt="2025-11-28T15:56:15.116" v="2882" actId="1076"/>
          <ac:graphicFrameMkLst>
            <pc:docMk/>
            <pc:sldMk cId="4284133824" sldId="281"/>
            <ac:graphicFrameMk id="6" creationId="{8D60E809-04B4-2F7B-3903-E0311BF3009C}"/>
          </ac:graphicFrameMkLst>
        </pc:graphicFrameChg>
      </pc:sldChg>
      <pc:sldChg chg="addSp modSp new del mod">
        <pc:chgData name="hau nguyen" userId="31b9601862520d57" providerId="LiveId" clId="{07B2BC80-840C-483D-B7BE-C10A04130099}" dt="2025-11-28T15:36:10.181" v="2554" actId="2696"/>
        <pc:sldMkLst>
          <pc:docMk/>
          <pc:sldMk cId="3456043981" sldId="282"/>
        </pc:sldMkLst>
        <pc:graphicFrameChg chg="add mod">
          <ac:chgData name="hau nguyen" userId="31b9601862520d57" providerId="LiveId" clId="{07B2BC80-840C-483D-B7BE-C10A04130099}" dt="2025-11-28T15:35:37.339" v="2549" actId="1076"/>
          <ac:graphicFrameMkLst>
            <pc:docMk/>
            <pc:sldMk cId="3456043981" sldId="282"/>
            <ac:graphicFrameMk id="2" creationId="{148BD143-54B8-EEE9-1736-B63FC553545B}"/>
          </ac:graphicFrameMkLst>
        </pc:graphicFrameChg>
      </pc:sldChg>
      <pc:sldChg chg="modSp add mod modTransition">
        <pc:chgData name="hau nguyen" userId="31b9601862520d57" providerId="LiveId" clId="{07B2BC80-840C-483D-B7BE-C10A04130099}" dt="2025-11-29T09:54:23.416" v="3607"/>
        <pc:sldMkLst>
          <pc:docMk/>
          <pc:sldMk cId="510499536" sldId="283"/>
        </pc:sldMkLst>
        <pc:graphicFrameChg chg="mod modGraphic">
          <ac:chgData name="hau nguyen" userId="31b9601862520d57" providerId="LiveId" clId="{07B2BC80-840C-483D-B7BE-C10A04130099}" dt="2025-11-28T15:57:28.216" v="2896" actId="14100"/>
          <ac:graphicFrameMkLst>
            <pc:docMk/>
            <pc:sldMk cId="510499536" sldId="283"/>
            <ac:graphicFrameMk id="6" creationId="{3B48ACDC-4E78-A0E2-F9C4-A6291745838B}"/>
          </ac:graphicFrameMkLst>
        </pc:graphicFrameChg>
      </pc:sldChg>
      <pc:sldChg chg="addSp delSp modSp new mod ord modTransition modClrScheme chgLayout">
        <pc:chgData name="hau nguyen" userId="31b9601862520d57" providerId="LiveId" clId="{07B2BC80-840C-483D-B7BE-C10A04130099}" dt="2025-11-29T09:54:23.416" v="3607"/>
        <pc:sldMkLst>
          <pc:docMk/>
          <pc:sldMk cId="656096692" sldId="284"/>
        </pc:sldMkLst>
        <pc:spChg chg="del mod ord">
          <ac:chgData name="hau nguyen" userId="31b9601862520d57" providerId="LiveId" clId="{07B2BC80-840C-483D-B7BE-C10A04130099}" dt="2025-11-28T16:07:03.136" v="2904" actId="700"/>
          <ac:spMkLst>
            <pc:docMk/>
            <pc:sldMk cId="656096692" sldId="284"/>
            <ac:spMk id="2" creationId="{336BD2F7-35F5-46E0-0A14-00809DE1D0C9}"/>
          </ac:spMkLst>
        </pc:spChg>
        <pc:spChg chg="add mod">
          <ac:chgData name="hau nguyen" userId="31b9601862520d57" providerId="LiveId" clId="{07B2BC80-840C-483D-B7BE-C10A04130099}" dt="2025-11-29T08:39:44.481" v="2981"/>
          <ac:spMkLst>
            <pc:docMk/>
            <pc:sldMk cId="656096692" sldId="284"/>
            <ac:spMk id="2" creationId="{A9FF93E1-6DBA-D73F-5885-766E2E94425F}"/>
          </ac:spMkLst>
        </pc:spChg>
        <pc:spChg chg="del mod ord">
          <ac:chgData name="hau nguyen" userId="31b9601862520d57" providerId="LiveId" clId="{07B2BC80-840C-483D-B7BE-C10A04130099}" dt="2025-11-28T16:07:03.136" v="2904" actId="700"/>
          <ac:spMkLst>
            <pc:docMk/>
            <pc:sldMk cId="656096692" sldId="284"/>
            <ac:spMk id="3" creationId="{B2238127-53AC-ED29-C4E2-7E7B361F6269}"/>
          </ac:spMkLst>
        </pc:spChg>
        <pc:spChg chg="add mod ord">
          <ac:chgData name="hau nguyen" userId="31b9601862520d57" providerId="LiveId" clId="{07B2BC80-840C-483D-B7BE-C10A04130099}" dt="2025-11-29T08:39:09.502" v="2979" actId="255"/>
          <ac:spMkLst>
            <pc:docMk/>
            <pc:sldMk cId="656096692" sldId="284"/>
            <ac:spMk id="4" creationId="{BE08C54D-88F0-1C25-D7B2-0473274C3841}"/>
          </ac:spMkLst>
        </pc:spChg>
        <pc:spChg chg="add del mod ord">
          <ac:chgData name="hau nguyen" userId="31b9601862520d57" providerId="LiveId" clId="{07B2BC80-840C-483D-B7BE-C10A04130099}" dt="2025-11-29T08:49:32.365" v="3116" actId="20577"/>
          <ac:spMkLst>
            <pc:docMk/>
            <pc:sldMk cId="656096692" sldId="284"/>
            <ac:spMk id="5" creationId="{4F65E5C1-7F22-6731-2664-D5C79F869F32}"/>
          </ac:spMkLst>
        </pc:spChg>
      </pc:sldChg>
      <pc:sldChg chg="add del">
        <pc:chgData name="hau nguyen" userId="31b9601862520d57" providerId="LiveId" clId="{07B2BC80-840C-483D-B7BE-C10A04130099}" dt="2025-11-29T09:33:07.581" v="3476" actId="2696"/>
        <pc:sldMkLst>
          <pc:docMk/>
          <pc:sldMk cId="2772929165" sldId="285"/>
        </pc:sldMkLst>
      </pc:sldChg>
      <pc:sldChg chg="add del">
        <pc:chgData name="hau nguyen" userId="31b9601862520d57" providerId="LiveId" clId="{07B2BC80-840C-483D-B7BE-C10A04130099}" dt="2025-11-29T09:33:05.298" v="3475" actId="2696"/>
        <pc:sldMkLst>
          <pc:docMk/>
          <pc:sldMk cId="385687170" sldId="286"/>
        </pc:sldMkLst>
      </pc:sldChg>
      <pc:sldChg chg="addSp delSp modSp new mod modTransition modClrScheme chgLayout">
        <pc:chgData name="hau nguyen" userId="31b9601862520d57" providerId="LiveId" clId="{07B2BC80-840C-483D-B7BE-C10A04130099}" dt="2025-11-29T09:54:23.416" v="3607"/>
        <pc:sldMkLst>
          <pc:docMk/>
          <pc:sldMk cId="129619648" sldId="287"/>
        </pc:sldMkLst>
        <pc:spChg chg="add mod">
          <ac:chgData name="hau nguyen" userId="31b9601862520d57" providerId="LiveId" clId="{07B2BC80-840C-483D-B7BE-C10A04130099}" dt="2025-11-29T08:50:48.894" v="3120" actId="20577"/>
          <ac:spMkLst>
            <pc:docMk/>
            <pc:sldMk cId="129619648" sldId="287"/>
            <ac:spMk id="2" creationId="{6E56AA97-32C6-B3CC-D2D5-2C09ABDD0D20}"/>
          </ac:spMkLst>
        </pc:spChg>
        <pc:spChg chg="del">
          <ac:chgData name="hau nguyen" userId="31b9601862520d57" providerId="LiveId" clId="{07B2BC80-840C-483D-B7BE-C10A04130099}" dt="2025-11-29T08:29:29.600" v="2908" actId="700"/>
          <ac:spMkLst>
            <pc:docMk/>
            <pc:sldMk cId="129619648" sldId="287"/>
            <ac:spMk id="2" creationId="{BA5DE0EF-78EF-D6CE-44C5-0D1CFC774747}"/>
          </ac:spMkLst>
        </pc:spChg>
        <pc:spChg chg="del">
          <ac:chgData name="hau nguyen" userId="31b9601862520d57" providerId="LiveId" clId="{07B2BC80-840C-483D-B7BE-C10A04130099}" dt="2025-11-29T08:29:29.600" v="2908" actId="700"/>
          <ac:spMkLst>
            <pc:docMk/>
            <pc:sldMk cId="129619648" sldId="287"/>
            <ac:spMk id="3" creationId="{804D507C-5BAB-3EAA-C17A-DC6C4B4C8C50}"/>
          </ac:spMkLst>
        </pc:spChg>
        <pc:spChg chg="add mod ord">
          <ac:chgData name="hau nguyen" userId="31b9601862520d57" providerId="LiveId" clId="{07B2BC80-840C-483D-B7BE-C10A04130099}" dt="2025-11-29T08:52:58.857" v="3188" actId="1076"/>
          <ac:spMkLst>
            <pc:docMk/>
            <pc:sldMk cId="129619648" sldId="287"/>
            <ac:spMk id="3" creationId="{B1C421E4-CA4F-9C1E-D4F5-B20CF282D703}"/>
          </ac:spMkLst>
        </pc:spChg>
        <pc:spChg chg="add del mod ord">
          <ac:chgData name="hau nguyen" userId="31b9601862520d57" providerId="LiveId" clId="{07B2BC80-840C-483D-B7BE-C10A04130099}" dt="2025-11-29T08:51:19.010" v="3124" actId="21"/>
          <ac:spMkLst>
            <pc:docMk/>
            <pc:sldMk cId="129619648" sldId="287"/>
            <ac:spMk id="5" creationId="{C1A3A93E-68CF-6BAF-948D-80E11274F9FE}"/>
          </ac:spMkLst>
        </pc:spChg>
        <pc:graphicFrameChg chg="add del mod modGraphic">
          <ac:chgData name="hau nguyen" userId="31b9601862520d57" providerId="LiveId" clId="{07B2BC80-840C-483D-B7BE-C10A04130099}" dt="2025-11-29T08:53:32.557" v="3194" actId="14734"/>
          <ac:graphicFrameMkLst>
            <pc:docMk/>
            <pc:sldMk cId="129619648" sldId="287"/>
            <ac:graphicFrameMk id="4" creationId="{DCDFC438-7D86-D778-13B7-89D83AC8F96D}"/>
          </ac:graphicFrameMkLst>
        </pc:graphicFrameChg>
      </pc:sldChg>
      <pc:sldChg chg="addSp delSp modSp new mod modTransition modClrScheme delAnim modAnim chgLayout">
        <pc:chgData name="hau nguyen" userId="31b9601862520d57" providerId="LiveId" clId="{07B2BC80-840C-483D-B7BE-C10A04130099}" dt="2025-11-29T14:54:10.116" v="3628" actId="1076"/>
        <pc:sldMkLst>
          <pc:docMk/>
          <pc:sldMk cId="186557972" sldId="288"/>
        </pc:sldMkLst>
        <pc:spChg chg="del mod ord">
          <ac:chgData name="hau nguyen" userId="31b9601862520d57" providerId="LiveId" clId="{07B2BC80-840C-483D-B7BE-C10A04130099}" dt="2025-11-29T08:58:21.154" v="3240" actId="700"/>
          <ac:spMkLst>
            <pc:docMk/>
            <pc:sldMk cId="186557972" sldId="288"/>
            <ac:spMk id="2" creationId="{6810E61A-2286-9680-0FF3-9871DA051B29}"/>
          </ac:spMkLst>
        </pc:spChg>
        <pc:spChg chg="del mod ord">
          <ac:chgData name="hau nguyen" userId="31b9601862520d57" providerId="LiveId" clId="{07B2BC80-840C-483D-B7BE-C10A04130099}" dt="2025-11-29T08:58:21.154" v="3240" actId="700"/>
          <ac:spMkLst>
            <pc:docMk/>
            <pc:sldMk cId="186557972" sldId="288"/>
            <ac:spMk id="3" creationId="{8F4ED6E8-2DC6-6BB6-C354-BAA0E29C6C29}"/>
          </ac:spMkLst>
        </pc:spChg>
        <pc:spChg chg="add del mod ord">
          <ac:chgData name="hau nguyen" userId="31b9601862520d57" providerId="LiveId" clId="{07B2BC80-840C-483D-B7BE-C10A04130099}" dt="2025-11-29T14:05:45.913" v="3616" actId="21"/>
          <ac:spMkLst>
            <pc:docMk/>
            <pc:sldMk cId="186557972" sldId="288"/>
            <ac:spMk id="4" creationId="{04645D87-0805-397F-5F85-E67B3B226C11}"/>
          </ac:spMkLst>
        </pc:spChg>
        <pc:spChg chg="add del mod">
          <ac:chgData name="hau nguyen" userId="31b9601862520d57" providerId="LiveId" clId="{07B2BC80-840C-483D-B7BE-C10A04130099}" dt="2025-11-29T14:54:05.509" v="3627" actId="21"/>
          <ac:spMkLst>
            <pc:docMk/>
            <pc:sldMk cId="186557972" sldId="288"/>
            <ac:spMk id="5" creationId="{603BD50F-D6D1-483C-A320-E6444C9F6405}"/>
          </ac:spMkLst>
        </pc:spChg>
        <pc:spChg chg="add del mod ord">
          <ac:chgData name="hau nguyen" userId="31b9601862520d57" providerId="LiveId" clId="{07B2BC80-840C-483D-B7BE-C10A04130099}" dt="2025-11-29T14:05:31.549" v="3615"/>
          <ac:spMkLst>
            <pc:docMk/>
            <pc:sldMk cId="186557972" sldId="288"/>
            <ac:spMk id="5" creationId="{9E31D175-649D-BDD6-171C-F97F3D2E3471}"/>
          </ac:spMkLst>
        </pc:spChg>
        <pc:picChg chg="add del mod">
          <ac:chgData name="hau nguyen" userId="31b9601862520d57" providerId="LiveId" clId="{07B2BC80-840C-483D-B7BE-C10A04130099}" dt="2025-11-29T14:53:52.769" v="3624" actId="21"/>
          <ac:picMkLst>
            <pc:docMk/>
            <pc:sldMk cId="186557972" sldId="288"/>
            <ac:picMk id="2" creationId="{26AE56B1-D182-F01D-571A-04F711262010}"/>
          </ac:picMkLst>
        </pc:picChg>
        <pc:picChg chg="add mod">
          <ac:chgData name="hau nguyen" userId="31b9601862520d57" providerId="LiveId" clId="{07B2BC80-840C-483D-B7BE-C10A04130099}" dt="2025-11-29T14:54:10.116" v="3628" actId="1076"/>
          <ac:picMkLst>
            <pc:docMk/>
            <pc:sldMk cId="186557972" sldId="288"/>
            <ac:picMk id="3" creationId="{013FACDB-5A1F-0276-29A6-FB665161E4DB}"/>
          </ac:picMkLst>
        </pc:picChg>
      </pc:sldChg>
      <pc:sldMasterChg chg="modTransition modSldLayout">
        <pc:chgData name="hau nguyen" userId="31b9601862520d57" providerId="LiveId" clId="{07B2BC80-840C-483D-B7BE-C10A04130099}" dt="2025-11-29T09:54:23.416" v="3607"/>
        <pc:sldMasterMkLst>
          <pc:docMk/>
          <pc:sldMasterMk cId="1103704578" sldId="2147483648"/>
        </pc:sldMasterMkLst>
        <pc:sldLayoutChg chg="modTransition">
          <pc:chgData name="hau nguyen" userId="31b9601862520d57" providerId="LiveId" clId="{07B2BC80-840C-483D-B7BE-C10A04130099}" dt="2025-11-29T09:54:23.416" v="3607"/>
          <pc:sldLayoutMkLst>
            <pc:docMk/>
            <pc:sldMasterMk cId="1103704578" sldId="2147483648"/>
            <pc:sldLayoutMk cId="2367785457" sldId="2147483650"/>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698492436" sldId="2147483652"/>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4050445342" sldId="2147483653"/>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2946131271" sldId="2147483654"/>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964197517" sldId="2147483655"/>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1542098187" sldId="2147483656"/>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2250931309" sldId="2147483657"/>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1759062688" sldId="2147483658"/>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4232255684" sldId="2147483659"/>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82394318" sldId="2147483660"/>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2685504791" sldId="2147483661"/>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1669461504" sldId="2147483663"/>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2295759222" sldId="2147483664"/>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126369062" sldId="2147483665"/>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556976166" sldId="2147483666"/>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2654608485" sldId="2147483667"/>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571172702" sldId="2147483668"/>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621534444" sldId="2147483669"/>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351695286" sldId="2147483670"/>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4067497471" sldId="2147483671"/>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236308110" sldId="2147483672"/>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799990860" sldId="2147483673"/>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1502342204" sldId="2147483674"/>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806515448" sldId="2147483675"/>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272589710" sldId="2147483676"/>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881589510" sldId="2147483677"/>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3965413790" sldId="2147483678"/>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4158657740" sldId="2147483679"/>
          </pc:sldLayoutMkLst>
        </pc:sldLayoutChg>
        <pc:sldLayoutChg chg="modTransition">
          <pc:chgData name="hau nguyen" userId="31b9601862520d57" providerId="LiveId" clId="{07B2BC80-840C-483D-B7BE-C10A04130099}" dt="2025-11-29T09:54:23.416" v="3607"/>
          <pc:sldLayoutMkLst>
            <pc:docMk/>
            <pc:sldMasterMk cId="1103704578" sldId="2147483648"/>
            <pc:sldLayoutMk cId="2153790387" sldId="2147483680"/>
          </pc:sldLayoutMkLst>
        </pc:sldLayoutChg>
      </pc:sldMasterChg>
    </pc:docChg>
  </pc:docChgLst>
</pc:chgInfo>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emf"/><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5.emf"/><Relationship Id="rId4" Type="http://schemas.openxmlformats.org/officeDocument/2006/relationships/image" Target="../media/image4.emf"/></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12.png"/><Relationship Id="rId5" Type="http://schemas.openxmlformats.org/officeDocument/2006/relationships/image" Target="../media/image5.emf"/><Relationship Id="rId4" Type="http://schemas.openxmlformats.org/officeDocument/2006/relationships/image" Target="../media/image4.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1F5CAA"/>
        </a:solidFill>
        <a:effectLst/>
      </p:bgPr>
    </p:bg>
    <p:spTree>
      <p:nvGrpSpPr>
        <p:cNvPr id="1" name=""/>
        <p:cNvGrpSpPr/>
        <p:nvPr/>
      </p:nvGrpSpPr>
      <p:grpSpPr>
        <a:xfrm>
          <a:off x="0" y="0"/>
          <a:ext cx="0" cy="0"/>
          <a:chOff x="0" y="0"/>
          <a:chExt cx="0" cy="0"/>
        </a:xfrm>
      </p:grpSpPr>
      <p:sp>
        <p:nvSpPr>
          <p:cNvPr id="19" name="Title 1"/>
          <p:cNvSpPr>
            <a:spLocks noGrp="1"/>
          </p:cNvSpPr>
          <p:nvPr>
            <p:ph type="ctrTitle" hasCustomPrompt="1"/>
          </p:nvPr>
        </p:nvSpPr>
        <p:spPr>
          <a:xfrm>
            <a:off x="493144" y="2008231"/>
            <a:ext cx="11205713" cy="1855310"/>
          </a:xfrm>
        </p:spPr>
        <p:txBody>
          <a:bodyPr anchor="b" anchorCtr="0">
            <a:normAutofit/>
          </a:bodyPr>
          <a:lstStyle>
            <a:lvl1pPr algn="ctr">
              <a:lnSpc>
                <a:spcPct val="100000"/>
              </a:lnSpc>
              <a:defRPr sz="4400" b="1" baseline="0">
                <a:solidFill>
                  <a:schemeClr val="bg1"/>
                </a:solidFill>
                <a:latin typeface="K2D" panose="00000500000000000000" pitchFamily="2" charset="-34"/>
                <a:cs typeface="K2D" panose="00000500000000000000" pitchFamily="2" charset="-34"/>
              </a:defRPr>
            </a:lvl1pPr>
          </a:lstStyle>
          <a:p>
            <a:r>
              <a:rPr lang="en-US"/>
              <a:t>TIÊU ĐỀ CHÍNH</a:t>
            </a:r>
            <a:endParaRPr lang="en-US" dirty="0"/>
          </a:p>
        </p:txBody>
      </p:sp>
      <p:sp>
        <p:nvSpPr>
          <p:cNvPr id="20" name="Subtitle 2"/>
          <p:cNvSpPr>
            <a:spLocks noGrp="1"/>
          </p:cNvSpPr>
          <p:nvPr>
            <p:ph type="subTitle" idx="1" hasCustomPrompt="1"/>
          </p:nvPr>
        </p:nvSpPr>
        <p:spPr>
          <a:xfrm>
            <a:off x="493144" y="3863542"/>
            <a:ext cx="11205713" cy="1036706"/>
          </a:xfrm>
        </p:spPr>
        <p:txBody>
          <a:bodyPr anchor="t" anchorCtr="0">
            <a:normAutofit/>
          </a:bodyPr>
          <a:lstStyle>
            <a:lvl1pPr marL="0" indent="0" algn="ctr">
              <a:buNone/>
              <a:defRPr sz="3200" baseline="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pic>
        <p:nvPicPr>
          <p:cNvPr id="21" name="Picture 20">
            <a:extLst>
              <a:ext uri="{FF2B5EF4-FFF2-40B4-BE49-F238E27FC236}">
                <a16:creationId xmlns:a16="http://schemas.microsoft.com/office/drawing/2014/main" id="{D4C28A5F-55DF-474B-BB6F-9232AF06D3C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565071" y="682737"/>
            <a:ext cx="1061859" cy="1062060"/>
          </a:xfrm>
          <a:prstGeom prst="rect">
            <a:avLst/>
          </a:prstGeom>
        </p:spPr>
      </p:pic>
      <p:sp>
        <p:nvSpPr>
          <p:cNvPr id="22" name="Text Placeholder 9"/>
          <p:cNvSpPr>
            <a:spLocks noGrp="1"/>
          </p:cNvSpPr>
          <p:nvPr>
            <p:ph type="body" sz="quarter" idx="12" hasCustomPrompt="1"/>
          </p:nvPr>
        </p:nvSpPr>
        <p:spPr>
          <a:xfrm>
            <a:off x="493144" y="4924425"/>
            <a:ext cx="11205713" cy="492125"/>
          </a:xfrm>
        </p:spPr>
        <p:txBody>
          <a:bodyPr>
            <a:noAutofit/>
          </a:bodyPr>
          <a:lstStyle>
            <a:lvl1pPr marL="0" indent="0" algn="ctr">
              <a:buNone/>
              <a:defRPr sz="2000" b="0" baseline="0">
                <a:solidFill>
                  <a:schemeClr val="bg1"/>
                </a:solidFill>
                <a:latin typeface="Readex Pro" pitchFamily="2" charset="-78"/>
                <a:cs typeface="Readex Pro" pitchFamily="2" charset="-78"/>
              </a:defRPr>
            </a:lvl1pPr>
            <a:lvl2pPr marL="457200" indent="0">
              <a:buNone/>
              <a:defRPr sz="1400">
                <a:solidFill>
                  <a:schemeClr val="bg1"/>
                </a:solidFill>
                <a:latin typeface="Barlow" panose="00000500000000000000" pitchFamily="2" charset="0"/>
              </a:defRPr>
            </a:lvl2pPr>
            <a:lvl3pPr marL="914400" indent="0">
              <a:buNone/>
              <a:defRPr sz="1200">
                <a:solidFill>
                  <a:schemeClr val="bg1"/>
                </a:solidFill>
                <a:latin typeface="Barlow" panose="00000500000000000000" pitchFamily="2" charset="0"/>
              </a:defRPr>
            </a:lvl3pPr>
            <a:lvl4pPr marL="1371600" indent="0">
              <a:buNone/>
              <a:defRPr sz="1100">
                <a:solidFill>
                  <a:schemeClr val="bg1"/>
                </a:solidFill>
                <a:latin typeface="Barlow" panose="00000500000000000000" pitchFamily="2" charset="0"/>
              </a:defRPr>
            </a:lvl4pPr>
            <a:lvl5pPr marL="1828800" indent="0">
              <a:buNone/>
              <a:defRPr sz="1100">
                <a:solidFill>
                  <a:schemeClr val="bg1"/>
                </a:solidFill>
                <a:latin typeface="Barlow" panose="00000500000000000000" pitchFamily="2" charset="0"/>
              </a:defRPr>
            </a:lvl5pPr>
          </a:lstStyle>
          <a:p>
            <a:pPr lvl="0"/>
            <a:r>
              <a:rPr lang="en-US"/>
              <a:t>Tên tác giả hoặc ngày tháng</a:t>
            </a:r>
            <a:endParaRPr lang="en-US" dirty="0"/>
          </a:p>
        </p:txBody>
      </p:sp>
      <p:sp>
        <p:nvSpPr>
          <p:cNvPr id="25" name="Rectangle 24"/>
          <p:cNvSpPr/>
          <p:nvPr userDrawn="1"/>
        </p:nvSpPr>
        <p:spPr>
          <a:xfrm>
            <a:off x="4998720" y="4782423"/>
            <a:ext cx="2194560" cy="27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nvGrpSpPr>
          <p:cNvPr id="7" name="Group 6">
            <a:extLst>
              <a:ext uri="{FF2B5EF4-FFF2-40B4-BE49-F238E27FC236}">
                <a16:creationId xmlns:a16="http://schemas.microsoft.com/office/drawing/2014/main" id="{500C3C4B-7EB0-A799-EF60-7E7B2A1A5D71}"/>
              </a:ext>
            </a:extLst>
          </p:cNvPr>
          <p:cNvGrpSpPr/>
          <p:nvPr userDrawn="1"/>
        </p:nvGrpSpPr>
        <p:grpSpPr>
          <a:xfrm rot="5400000" flipH="1">
            <a:off x="11994349" y="89858"/>
            <a:ext cx="108319" cy="107166"/>
            <a:chOff x="9886950" y="442913"/>
            <a:chExt cx="216694" cy="214386"/>
          </a:xfrm>
        </p:grpSpPr>
        <p:sp>
          <p:nvSpPr>
            <p:cNvPr id="2" name="Rectangle: Rounded Corners 1">
              <a:extLst>
                <a:ext uri="{FF2B5EF4-FFF2-40B4-BE49-F238E27FC236}">
                  <a16:creationId xmlns:a16="http://schemas.microsoft.com/office/drawing/2014/main" id="{A5889A1F-7953-5C39-8687-FF30BEEED6A0}"/>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F2EFB534-7696-D26C-4ED3-9370C4BF548C}"/>
                </a:ext>
              </a:extLst>
            </p:cNvPr>
            <p:cNvSpPr/>
            <p:nvPr userDrawn="1"/>
          </p:nvSpPr>
          <p:spPr>
            <a:xfrm>
              <a:off x="10006013" y="559668"/>
              <a:ext cx="97631" cy="97631"/>
            </a:xfrm>
            <a:prstGeom prst="roundRect">
              <a:avLst/>
            </a:prstGeom>
            <a:solidFill>
              <a:srgbClr val="00AF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7CEBF6C9-F2A0-D7EA-46F2-E2BED25E4EEB}"/>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8" name="Picture 7">
            <a:extLst>
              <a:ext uri="{FF2B5EF4-FFF2-40B4-BE49-F238E27FC236}">
                <a16:creationId xmlns:a16="http://schemas.microsoft.com/office/drawing/2014/main" id="{AFC287AC-3830-D280-1DFB-099F1C622FCC}"/>
              </a:ext>
            </a:extLst>
          </p:cNvPr>
          <p:cNvPicPr>
            <a:picLocks noChangeAspect="1"/>
          </p:cNvPicPr>
          <p:nvPr userDrawn="1"/>
        </p:nvPicPr>
        <p:blipFill>
          <a:blip r:embed="rId3"/>
          <a:stretch>
            <a:fillRect/>
          </a:stretch>
        </p:blipFill>
        <p:spPr>
          <a:xfrm>
            <a:off x="2585036" y="6478829"/>
            <a:ext cx="9326880" cy="118101"/>
          </a:xfrm>
          <a:prstGeom prst="rect">
            <a:avLst/>
          </a:prstGeom>
        </p:spPr>
      </p:pic>
      <p:sp>
        <p:nvSpPr>
          <p:cNvPr id="9" name="Slide Number Placeholder 5">
            <a:extLst>
              <a:ext uri="{FF2B5EF4-FFF2-40B4-BE49-F238E27FC236}">
                <a16:creationId xmlns:a16="http://schemas.microsoft.com/office/drawing/2014/main" id="{FC61D4A3-C96E-946C-BF56-14B0317E483A}"/>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10" name="Rectangle 9">
            <a:extLst>
              <a:ext uri="{FF2B5EF4-FFF2-40B4-BE49-F238E27FC236}">
                <a16:creationId xmlns:a16="http://schemas.microsoft.com/office/drawing/2014/main" id="{4DFDF354-0251-FE65-2C5F-25380E57F03B}"/>
              </a:ext>
            </a:extLst>
          </p:cNvPr>
          <p:cNvSpPr/>
          <p:nvPr userDrawn="1"/>
        </p:nvSpPr>
        <p:spPr>
          <a:xfrm>
            <a:off x="159150" y="6474525"/>
            <a:ext cx="653867" cy="298450"/>
          </a:xfrm>
          <a:prstGeom prst="rect">
            <a:avLst/>
          </a:prstGeom>
          <a:solidFill>
            <a:srgbClr val="27AC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grpSp>
        <p:nvGrpSpPr>
          <p:cNvPr id="13" name="Group 12">
            <a:extLst>
              <a:ext uri="{FF2B5EF4-FFF2-40B4-BE49-F238E27FC236}">
                <a16:creationId xmlns:a16="http://schemas.microsoft.com/office/drawing/2014/main" id="{076B934B-7F60-9EFE-CEAF-A531BBACD851}"/>
              </a:ext>
            </a:extLst>
          </p:cNvPr>
          <p:cNvGrpSpPr/>
          <p:nvPr userDrawn="1"/>
        </p:nvGrpSpPr>
        <p:grpSpPr>
          <a:xfrm>
            <a:off x="817685" y="6410864"/>
            <a:ext cx="2760487" cy="403790"/>
            <a:chOff x="741485" y="6410864"/>
            <a:chExt cx="2760487" cy="403790"/>
          </a:xfrm>
        </p:grpSpPr>
        <p:sp>
          <p:nvSpPr>
            <p:cNvPr id="14" name="TextBox 13">
              <a:extLst>
                <a:ext uri="{FF2B5EF4-FFF2-40B4-BE49-F238E27FC236}">
                  <a16:creationId xmlns:a16="http://schemas.microsoft.com/office/drawing/2014/main" id="{8BAF9606-2A17-830C-304D-88D56EDB1C47}"/>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sp>
          <p:nvSpPr>
            <p:cNvPr id="15" name="TextBox 14">
              <a:extLst>
                <a:ext uri="{FF2B5EF4-FFF2-40B4-BE49-F238E27FC236}">
                  <a16:creationId xmlns:a16="http://schemas.microsoft.com/office/drawing/2014/main" id="{44ADAA7A-04F6-2616-50B0-A84AF6F98FE9}"/>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grpSp>
      <p:sp>
        <p:nvSpPr>
          <p:cNvPr id="16" name="TextBox 15">
            <a:extLst>
              <a:ext uri="{FF2B5EF4-FFF2-40B4-BE49-F238E27FC236}">
                <a16:creationId xmlns:a16="http://schemas.microsoft.com/office/drawing/2014/main" id="{6BF1CC2D-4F33-60C3-D015-EE4B3346464B}"/>
              </a:ext>
            </a:extLst>
          </p:cNvPr>
          <p:cNvSpPr txBox="1"/>
          <p:nvPr userDrawn="1"/>
        </p:nvSpPr>
        <p:spPr>
          <a:xfrm>
            <a:off x="10529596" y="6467840"/>
            <a:ext cx="1483098"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sp>
        <p:nvSpPr>
          <p:cNvPr id="17" name="Date Placeholder 3">
            <a:extLst>
              <a:ext uri="{FF2B5EF4-FFF2-40B4-BE49-F238E27FC236}">
                <a16:creationId xmlns:a16="http://schemas.microsoft.com/office/drawing/2014/main" id="{1C43A459-4626-2124-180B-282157DA3337}"/>
              </a:ext>
            </a:extLst>
          </p:cNvPr>
          <p:cNvSpPr>
            <a:spLocks noGrp="1"/>
          </p:cNvSpPr>
          <p:nvPr>
            <p:ph type="dt" sz="half" idx="10"/>
          </p:nvPr>
        </p:nvSpPr>
        <p:spPr>
          <a:xfrm>
            <a:off x="1218484" y="6548263"/>
            <a:ext cx="2381966"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29-Nov-25</a:t>
            </a:fld>
            <a:endParaRPr lang="en-US"/>
          </a:p>
        </p:txBody>
      </p:sp>
      <p:sp>
        <p:nvSpPr>
          <p:cNvPr id="18" name="Footer Placeholder 4">
            <a:extLst>
              <a:ext uri="{FF2B5EF4-FFF2-40B4-BE49-F238E27FC236}">
                <a16:creationId xmlns:a16="http://schemas.microsoft.com/office/drawing/2014/main" id="{386F145B-841B-1EA7-87E9-B007B9A54080}"/>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Tree>
    <p:extLst>
      <p:ext uri="{BB962C8B-B14F-4D97-AF65-F5344CB8AC3E}">
        <p14:creationId xmlns:p14="http://schemas.microsoft.com/office/powerpoint/2010/main" val="23677854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anim calcmode="lin" valueType="num">
                                      <p:cBhvr>
                                        <p:cTn id="8" dur="1000" fill="hold"/>
                                        <p:tgtEl>
                                          <p:spTgt spid="19"/>
                                        </p:tgtEl>
                                        <p:attrNameLst>
                                          <p:attrName>ppt_x</p:attrName>
                                        </p:attrNameLst>
                                      </p:cBhvr>
                                      <p:tavLst>
                                        <p:tav tm="0">
                                          <p:val>
                                            <p:strVal val="#ppt_x"/>
                                          </p:val>
                                        </p:tav>
                                        <p:tav tm="100000">
                                          <p:val>
                                            <p:strVal val="#ppt_x"/>
                                          </p:val>
                                        </p:tav>
                                      </p:tavLst>
                                    </p:anim>
                                    <p:anim calcmode="lin" valueType="num">
                                      <p:cBhvr>
                                        <p:cTn id="9" dur="1000" fill="hold"/>
                                        <p:tgtEl>
                                          <p:spTgt spid="1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fade">
                                      <p:cBhvr>
                                        <p:cTn id="12" dur="1000"/>
                                        <p:tgtEl>
                                          <p:spTgt spid="20">
                                            <p:txEl>
                                              <p:pRg st="0" end="0"/>
                                            </p:txEl>
                                          </p:spTgt>
                                        </p:tgtEl>
                                      </p:cBhvr>
                                    </p:animEffect>
                                    <p:anim calcmode="lin" valueType="num">
                                      <p:cBhvr>
                                        <p:cTn id="13" dur="1000" fill="hold"/>
                                        <p:tgtEl>
                                          <p:spTgt spid="20">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20">
                                            <p:txEl>
                                              <p:pRg st="0" end="0"/>
                                            </p:txEl>
                                          </p:spTgt>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20" presetClass="entr" presetSubtype="0" fill="hold" grpId="0"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edge">
                                      <p:cBhvr>
                                        <p:cTn id="18" dur="1250"/>
                                        <p:tgtEl>
                                          <p:spTgt spid="25"/>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2">
                                            <p:txEl>
                                              <p:pRg st="0" end="0"/>
                                            </p:txEl>
                                          </p:spTgt>
                                        </p:tgtEl>
                                        <p:attrNameLst>
                                          <p:attrName>style.visibility</p:attrName>
                                        </p:attrNameLst>
                                      </p:cBhvr>
                                      <p:to>
                                        <p:strVal val="visible"/>
                                      </p:to>
                                    </p:set>
                                    <p:animEffect transition="in" filter="wipe(left)">
                                      <p:cBhvr>
                                        <p:cTn id="21" dur="1000"/>
                                        <p:tgtEl>
                                          <p:spTgt spid="2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build="p">
        <p:tmplLst>
          <p:tmpl lvl="1">
            <p:tnLst>
              <p:par>
                <p:cTn presetID="42" presetClass="entr" presetSubtype="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1000"/>
                        <p:tgtEl>
                          <p:spTgt spid="20"/>
                        </p:tgtEl>
                      </p:cBhvr>
                    </p:animEffect>
                    <p:anim calcmode="lin" valueType="num">
                      <p:cBhvr>
                        <p:cTn dur="1000" fill="hold"/>
                        <p:tgtEl>
                          <p:spTgt spid="20"/>
                        </p:tgtEl>
                        <p:attrNameLst>
                          <p:attrName>ppt_x</p:attrName>
                        </p:attrNameLst>
                      </p:cBhvr>
                      <p:tavLst>
                        <p:tav tm="0">
                          <p:val>
                            <p:strVal val="#ppt_x"/>
                          </p:val>
                        </p:tav>
                        <p:tav tm="100000">
                          <p:val>
                            <p:strVal val="#ppt_x"/>
                          </p:val>
                        </p:tav>
                      </p:tavLst>
                    </p:anim>
                    <p:anim calcmode="lin" valueType="num">
                      <p:cBhvr>
                        <p:cTn dur="1000" fill="hold"/>
                        <p:tgtEl>
                          <p:spTgt spid="20"/>
                        </p:tgtEl>
                        <p:attrNameLst>
                          <p:attrName>ppt_y</p:attrName>
                        </p:attrNameLst>
                      </p:cBhvr>
                      <p:tavLst>
                        <p:tav tm="0">
                          <p:val>
                            <p:strVal val="#ppt_y+.1"/>
                          </p:val>
                        </p:tav>
                        <p:tav tm="100000">
                          <p:val>
                            <p:strVal val="#ppt_y"/>
                          </p:val>
                        </p:tav>
                      </p:tavLst>
                    </p:anim>
                  </p:childTnLst>
                </p:cTn>
              </p:par>
            </p:tnLst>
          </p:tmpl>
        </p:tmplLst>
      </p:bldP>
      <p:bldP spid="22" grpId="0" build="p">
        <p:tmplLst>
          <p:tmpl lvl="1">
            <p:tnLst>
              <p:par>
                <p:cTn presetID="22" presetClass="entr" presetSubtype="8"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wipe(left)">
                      <p:cBhvr>
                        <p:cTn dur="1000"/>
                        <p:tgtEl>
                          <p:spTgt spid="22"/>
                        </p:tgtEl>
                      </p:cBhvr>
                    </p:animEffect>
                  </p:childTnLst>
                </p:cTn>
              </p:par>
            </p:tnLst>
          </p:tmpl>
        </p:tmplLst>
      </p:bldP>
      <p:bldP spid="25" grpId="0"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_white">
    <p:bg>
      <p:bgPr>
        <a:solidFill>
          <a:schemeClr val="bg1"/>
        </a:solidFill>
        <a:effectLst/>
      </p:bgPr>
    </p:bg>
    <p:spTree>
      <p:nvGrpSpPr>
        <p:cNvPr id="1" name=""/>
        <p:cNvGrpSpPr/>
        <p:nvPr/>
      </p:nvGrpSpPr>
      <p:grpSpPr>
        <a:xfrm>
          <a:off x="0" y="0"/>
          <a:ext cx="0" cy="0"/>
          <a:chOff x="0" y="0"/>
          <a:chExt cx="0" cy="0"/>
        </a:xfrm>
      </p:grpSpPr>
      <p:sp>
        <p:nvSpPr>
          <p:cNvPr id="19" name="Title 1"/>
          <p:cNvSpPr>
            <a:spLocks noGrp="1"/>
          </p:cNvSpPr>
          <p:nvPr>
            <p:ph type="ctrTitle" hasCustomPrompt="1"/>
          </p:nvPr>
        </p:nvSpPr>
        <p:spPr>
          <a:xfrm>
            <a:off x="493144" y="2008231"/>
            <a:ext cx="11205713" cy="1855310"/>
          </a:xfrm>
        </p:spPr>
        <p:txBody>
          <a:bodyPr anchor="b" anchorCtr="0">
            <a:normAutofit/>
          </a:bodyPr>
          <a:lstStyle>
            <a:lvl1pPr algn="ctr">
              <a:lnSpc>
                <a:spcPct val="100000"/>
              </a:lnSpc>
              <a:defRPr sz="4400" b="1" baseline="0">
                <a:solidFill>
                  <a:srgbClr val="0070C0"/>
                </a:solidFill>
                <a:latin typeface="K2D" panose="00000500000000000000" pitchFamily="2" charset="-34"/>
                <a:cs typeface="K2D" panose="00000500000000000000" pitchFamily="2" charset="-34"/>
              </a:defRPr>
            </a:lvl1pPr>
          </a:lstStyle>
          <a:p>
            <a:r>
              <a:rPr lang="en-US"/>
              <a:t>TIÊU ĐỀ CHÍNH</a:t>
            </a:r>
            <a:endParaRPr lang="en-US" dirty="0"/>
          </a:p>
        </p:txBody>
      </p:sp>
      <p:sp>
        <p:nvSpPr>
          <p:cNvPr id="20" name="Subtitle 2"/>
          <p:cNvSpPr>
            <a:spLocks noGrp="1"/>
          </p:cNvSpPr>
          <p:nvPr>
            <p:ph type="subTitle" idx="1" hasCustomPrompt="1"/>
          </p:nvPr>
        </p:nvSpPr>
        <p:spPr>
          <a:xfrm>
            <a:off x="493144" y="3863542"/>
            <a:ext cx="11205713" cy="1036706"/>
          </a:xfrm>
        </p:spPr>
        <p:txBody>
          <a:bodyPr anchor="t" anchorCtr="0">
            <a:normAutofit/>
          </a:bodyPr>
          <a:lstStyle>
            <a:lvl1pPr marL="0" indent="0" algn="ctr">
              <a:buNone/>
              <a:defRPr sz="3200" baseline="0">
                <a:solidFill>
                  <a:srgbClr val="0070C0"/>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pic>
        <p:nvPicPr>
          <p:cNvPr id="21" name="Picture 20">
            <a:extLst>
              <a:ext uri="{FF2B5EF4-FFF2-40B4-BE49-F238E27FC236}">
                <a16:creationId xmlns:a16="http://schemas.microsoft.com/office/drawing/2014/main" id="{D4C28A5F-55DF-474B-BB6F-9232AF06D3CC}"/>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565071" y="682679"/>
            <a:ext cx="1061859" cy="1062177"/>
          </a:xfrm>
          <a:prstGeom prst="rect">
            <a:avLst/>
          </a:prstGeom>
        </p:spPr>
      </p:pic>
      <p:sp>
        <p:nvSpPr>
          <p:cNvPr id="22" name="Text Placeholder 9"/>
          <p:cNvSpPr>
            <a:spLocks noGrp="1"/>
          </p:cNvSpPr>
          <p:nvPr>
            <p:ph type="body" sz="quarter" idx="12" hasCustomPrompt="1"/>
          </p:nvPr>
        </p:nvSpPr>
        <p:spPr>
          <a:xfrm>
            <a:off x="493144" y="4924425"/>
            <a:ext cx="11205713" cy="492125"/>
          </a:xfrm>
        </p:spPr>
        <p:txBody>
          <a:bodyPr>
            <a:noAutofit/>
          </a:bodyPr>
          <a:lstStyle>
            <a:lvl1pPr marL="0" indent="0" algn="ctr">
              <a:buNone/>
              <a:defRPr sz="2000" b="0" baseline="0">
                <a:solidFill>
                  <a:srgbClr val="00AFEF"/>
                </a:solidFill>
                <a:latin typeface="Readex Pro" pitchFamily="2" charset="-78"/>
                <a:cs typeface="Readex Pro" pitchFamily="2" charset="-78"/>
              </a:defRPr>
            </a:lvl1pPr>
            <a:lvl2pPr marL="457200" indent="0">
              <a:buNone/>
              <a:defRPr sz="1400">
                <a:solidFill>
                  <a:schemeClr val="bg1"/>
                </a:solidFill>
                <a:latin typeface="Barlow" panose="00000500000000000000" pitchFamily="2" charset="0"/>
              </a:defRPr>
            </a:lvl2pPr>
            <a:lvl3pPr marL="914400" indent="0">
              <a:buNone/>
              <a:defRPr sz="1200">
                <a:solidFill>
                  <a:schemeClr val="bg1"/>
                </a:solidFill>
                <a:latin typeface="Barlow" panose="00000500000000000000" pitchFamily="2" charset="0"/>
              </a:defRPr>
            </a:lvl3pPr>
            <a:lvl4pPr marL="1371600" indent="0">
              <a:buNone/>
              <a:defRPr sz="1100">
                <a:solidFill>
                  <a:schemeClr val="bg1"/>
                </a:solidFill>
                <a:latin typeface="Barlow" panose="00000500000000000000" pitchFamily="2" charset="0"/>
              </a:defRPr>
            </a:lvl4pPr>
            <a:lvl5pPr marL="1828800" indent="0">
              <a:buNone/>
              <a:defRPr sz="1100">
                <a:solidFill>
                  <a:schemeClr val="bg1"/>
                </a:solidFill>
                <a:latin typeface="Barlow" panose="00000500000000000000" pitchFamily="2" charset="0"/>
              </a:defRPr>
            </a:lvl5pPr>
          </a:lstStyle>
          <a:p>
            <a:pPr lvl="0"/>
            <a:r>
              <a:rPr lang="en-US"/>
              <a:t>Tên tác giả hoặc ngày tháng</a:t>
            </a:r>
            <a:endParaRPr lang="en-US" dirty="0"/>
          </a:p>
        </p:txBody>
      </p:sp>
      <p:sp>
        <p:nvSpPr>
          <p:cNvPr id="25" name="Rectangle 24"/>
          <p:cNvSpPr/>
          <p:nvPr userDrawn="1"/>
        </p:nvSpPr>
        <p:spPr>
          <a:xfrm>
            <a:off x="4998720" y="4782423"/>
            <a:ext cx="2194560" cy="27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18" name="Picture 17"/>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1F92E844-1828-0F51-3BFD-DF527D65BF8F}"/>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DCC0BC67-81A5-AC24-0BB4-9D1D3E835D94}"/>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grpSp>
        <p:nvGrpSpPr>
          <p:cNvPr id="6" name="Group 5">
            <a:extLst>
              <a:ext uri="{FF2B5EF4-FFF2-40B4-BE49-F238E27FC236}">
                <a16:creationId xmlns:a16="http://schemas.microsoft.com/office/drawing/2014/main" id="{02AE1EA0-6222-87BA-38C9-866FE8F2830D}"/>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EC606771-B50F-5EF5-AF4C-183C88EEC70F}"/>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57A8AD8D-BBBE-FFAE-563D-62AF760A44A6}"/>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FF63336F-2FD5-E8B2-B179-80665CF8D4BA}"/>
              </a:ext>
            </a:extLst>
          </p:cNvPr>
          <p:cNvSpPr txBox="1"/>
          <p:nvPr userDrawn="1"/>
        </p:nvSpPr>
        <p:spPr>
          <a:xfrm>
            <a:off x="10529591"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48A62A7F-4A0D-8203-BB6A-E6AFE62BD364}"/>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8649E161-4DC5-D15C-6DAE-AE38C664B5FB}"/>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4" name="Footer Placeholder 4">
            <a:extLst>
              <a:ext uri="{FF2B5EF4-FFF2-40B4-BE49-F238E27FC236}">
                <a16:creationId xmlns:a16="http://schemas.microsoft.com/office/drawing/2014/main" id="{CDD46289-EAED-BF63-CD78-95A65C49BE50}"/>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1537903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anim calcmode="lin" valueType="num">
                                      <p:cBhvr>
                                        <p:cTn id="8" dur="1000" fill="hold"/>
                                        <p:tgtEl>
                                          <p:spTgt spid="19"/>
                                        </p:tgtEl>
                                        <p:attrNameLst>
                                          <p:attrName>ppt_x</p:attrName>
                                        </p:attrNameLst>
                                      </p:cBhvr>
                                      <p:tavLst>
                                        <p:tav tm="0">
                                          <p:val>
                                            <p:strVal val="#ppt_x"/>
                                          </p:val>
                                        </p:tav>
                                        <p:tav tm="100000">
                                          <p:val>
                                            <p:strVal val="#ppt_x"/>
                                          </p:val>
                                        </p:tav>
                                      </p:tavLst>
                                    </p:anim>
                                    <p:anim calcmode="lin" valueType="num">
                                      <p:cBhvr>
                                        <p:cTn id="9" dur="1000" fill="hold"/>
                                        <p:tgtEl>
                                          <p:spTgt spid="1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fade">
                                      <p:cBhvr>
                                        <p:cTn id="12" dur="1000"/>
                                        <p:tgtEl>
                                          <p:spTgt spid="20">
                                            <p:txEl>
                                              <p:pRg st="0" end="0"/>
                                            </p:txEl>
                                          </p:spTgt>
                                        </p:tgtEl>
                                      </p:cBhvr>
                                    </p:animEffect>
                                    <p:anim calcmode="lin" valueType="num">
                                      <p:cBhvr>
                                        <p:cTn id="13" dur="1000" fill="hold"/>
                                        <p:tgtEl>
                                          <p:spTgt spid="20">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20">
                                            <p:txEl>
                                              <p:pRg st="0" end="0"/>
                                            </p:txEl>
                                          </p:spTgt>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20" presetClass="entr" presetSubtype="0" fill="hold" grpId="0"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edge">
                                      <p:cBhvr>
                                        <p:cTn id="18" dur="1250"/>
                                        <p:tgtEl>
                                          <p:spTgt spid="25"/>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2">
                                            <p:txEl>
                                              <p:pRg st="0" end="0"/>
                                            </p:txEl>
                                          </p:spTgt>
                                        </p:tgtEl>
                                        <p:attrNameLst>
                                          <p:attrName>style.visibility</p:attrName>
                                        </p:attrNameLst>
                                      </p:cBhvr>
                                      <p:to>
                                        <p:strVal val="visible"/>
                                      </p:to>
                                    </p:set>
                                    <p:animEffect transition="in" filter="wipe(left)">
                                      <p:cBhvr>
                                        <p:cTn id="21" dur="1000"/>
                                        <p:tgtEl>
                                          <p:spTgt spid="2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build="p">
        <p:tmplLst>
          <p:tmpl lvl="1">
            <p:tnLst>
              <p:par>
                <p:cTn presetID="42" presetClass="entr" presetSubtype="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1000"/>
                        <p:tgtEl>
                          <p:spTgt spid="20"/>
                        </p:tgtEl>
                      </p:cBhvr>
                    </p:animEffect>
                    <p:anim calcmode="lin" valueType="num">
                      <p:cBhvr>
                        <p:cTn dur="1000" fill="hold"/>
                        <p:tgtEl>
                          <p:spTgt spid="20"/>
                        </p:tgtEl>
                        <p:attrNameLst>
                          <p:attrName>ppt_x</p:attrName>
                        </p:attrNameLst>
                      </p:cBhvr>
                      <p:tavLst>
                        <p:tav tm="0">
                          <p:val>
                            <p:strVal val="#ppt_x"/>
                          </p:val>
                        </p:tav>
                        <p:tav tm="100000">
                          <p:val>
                            <p:strVal val="#ppt_x"/>
                          </p:val>
                        </p:tav>
                      </p:tavLst>
                    </p:anim>
                    <p:anim calcmode="lin" valueType="num">
                      <p:cBhvr>
                        <p:cTn dur="1000" fill="hold"/>
                        <p:tgtEl>
                          <p:spTgt spid="20"/>
                        </p:tgtEl>
                        <p:attrNameLst>
                          <p:attrName>ppt_y</p:attrName>
                        </p:attrNameLst>
                      </p:cBhvr>
                      <p:tavLst>
                        <p:tav tm="0">
                          <p:val>
                            <p:strVal val="#ppt_y+.1"/>
                          </p:val>
                        </p:tav>
                        <p:tav tm="100000">
                          <p:val>
                            <p:strVal val="#ppt_y"/>
                          </p:val>
                        </p:tav>
                      </p:tavLst>
                    </p:anim>
                  </p:childTnLst>
                </p:cTn>
              </p:par>
            </p:tnLst>
          </p:tmpl>
        </p:tmplLst>
      </p:bldP>
      <p:bldP spid="22" grpId="0" build="p">
        <p:tmplLst>
          <p:tmpl lvl="1">
            <p:tnLst>
              <p:par>
                <p:cTn presetID="22" presetClass="entr" presetSubtype="8"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wipe(left)">
                      <p:cBhvr>
                        <p:cTn dur="1000"/>
                        <p:tgtEl>
                          <p:spTgt spid="22"/>
                        </p:tgtEl>
                      </p:cBhvr>
                    </p:animEffect>
                  </p:childTnLst>
                </p:cTn>
              </p:par>
            </p:tnLst>
          </p:tmpl>
        </p:tmplLst>
      </p:bldP>
      <p:bldP spid="25" grpId="0" animBg="1"/>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no logo">
    <p:bg>
      <p:bgPr>
        <a:solidFill>
          <a:srgbClr val="1F5CAA"/>
        </a:solidFill>
        <a:effectLst/>
      </p:bgPr>
    </p:bg>
    <p:spTree>
      <p:nvGrpSpPr>
        <p:cNvPr id="1" name=""/>
        <p:cNvGrpSpPr/>
        <p:nvPr/>
      </p:nvGrpSpPr>
      <p:grpSpPr>
        <a:xfrm>
          <a:off x="0" y="0"/>
          <a:ext cx="0" cy="0"/>
          <a:chOff x="0" y="0"/>
          <a:chExt cx="0" cy="0"/>
        </a:xfrm>
      </p:grpSpPr>
      <p:sp>
        <p:nvSpPr>
          <p:cNvPr id="19" name="Title 1"/>
          <p:cNvSpPr>
            <a:spLocks noGrp="1"/>
          </p:cNvSpPr>
          <p:nvPr>
            <p:ph type="ctrTitle" hasCustomPrompt="1"/>
          </p:nvPr>
        </p:nvSpPr>
        <p:spPr>
          <a:xfrm>
            <a:off x="493144" y="686872"/>
            <a:ext cx="11205713" cy="2200204"/>
          </a:xfrm>
        </p:spPr>
        <p:txBody>
          <a:bodyPr anchor="b" anchorCtr="0">
            <a:normAutofit/>
          </a:bodyPr>
          <a:lstStyle>
            <a:lvl1pPr algn="ctr">
              <a:lnSpc>
                <a:spcPct val="100000"/>
              </a:lnSpc>
              <a:defRPr sz="4400" b="1" baseline="0">
                <a:solidFill>
                  <a:schemeClr val="bg1"/>
                </a:solidFill>
                <a:latin typeface="K2D" panose="00000500000000000000" pitchFamily="2" charset="-34"/>
                <a:cs typeface="K2D" panose="00000500000000000000" pitchFamily="2" charset="-34"/>
              </a:defRPr>
            </a:lvl1pPr>
          </a:lstStyle>
          <a:p>
            <a:r>
              <a:rPr lang="en-US"/>
              <a:t>TIÊU ĐỀ CHÍNH</a:t>
            </a:r>
            <a:endParaRPr lang="en-US" dirty="0"/>
          </a:p>
        </p:txBody>
      </p:sp>
      <p:sp>
        <p:nvSpPr>
          <p:cNvPr id="20" name="Subtitle 2"/>
          <p:cNvSpPr>
            <a:spLocks noGrp="1"/>
          </p:cNvSpPr>
          <p:nvPr>
            <p:ph type="subTitle" idx="1" hasCustomPrompt="1"/>
          </p:nvPr>
        </p:nvSpPr>
        <p:spPr>
          <a:xfrm>
            <a:off x="493144" y="2887077"/>
            <a:ext cx="11205713" cy="1036706"/>
          </a:xfrm>
        </p:spPr>
        <p:txBody>
          <a:bodyPr anchor="t" anchorCtr="0">
            <a:normAutofit/>
          </a:bodyPr>
          <a:lstStyle>
            <a:lvl1pPr marL="0" indent="0" algn="ctr">
              <a:buNone/>
              <a:defRPr sz="3200" baseline="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sp>
        <p:nvSpPr>
          <p:cNvPr id="22" name="Text Placeholder 9"/>
          <p:cNvSpPr>
            <a:spLocks noGrp="1"/>
          </p:cNvSpPr>
          <p:nvPr>
            <p:ph type="body" sz="quarter" idx="12" hasCustomPrompt="1"/>
          </p:nvPr>
        </p:nvSpPr>
        <p:spPr>
          <a:xfrm>
            <a:off x="493144" y="3947960"/>
            <a:ext cx="11205713" cy="492125"/>
          </a:xfrm>
        </p:spPr>
        <p:txBody>
          <a:bodyPr>
            <a:noAutofit/>
          </a:bodyPr>
          <a:lstStyle>
            <a:lvl1pPr marL="0" indent="0" algn="ctr">
              <a:buNone/>
              <a:defRPr sz="2000" b="0" baseline="0">
                <a:solidFill>
                  <a:schemeClr val="bg1"/>
                </a:solidFill>
                <a:latin typeface="Readex Pro" pitchFamily="2" charset="-78"/>
                <a:cs typeface="Readex Pro" pitchFamily="2" charset="-78"/>
              </a:defRPr>
            </a:lvl1pPr>
            <a:lvl2pPr marL="457200" indent="0">
              <a:buNone/>
              <a:defRPr sz="1400">
                <a:solidFill>
                  <a:schemeClr val="bg1"/>
                </a:solidFill>
                <a:latin typeface="Barlow" panose="00000500000000000000" pitchFamily="2" charset="0"/>
              </a:defRPr>
            </a:lvl2pPr>
            <a:lvl3pPr marL="914400" indent="0">
              <a:buNone/>
              <a:defRPr sz="1200">
                <a:solidFill>
                  <a:schemeClr val="bg1"/>
                </a:solidFill>
                <a:latin typeface="Barlow" panose="00000500000000000000" pitchFamily="2" charset="0"/>
              </a:defRPr>
            </a:lvl3pPr>
            <a:lvl4pPr marL="1371600" indent="0">
              <a:buNone/>
              <a:defRPr sz="1100">
                <a:solidFill>
                  <a:schemeClr val="bg1"/>
                </a:solidFill>
                <a:latin typeface="Barlow" panose="00000500000000000000" pitchFamily="2" charset="0"/>
              </a:defRPr>
            </a:lvl4pPr>
            <a:lvl5pPr marL="1828800" indent="0">
              <a:buNone/>
              <a:defRPr sz="1100">
                <a:solidFill>
                  <a:schemeClr val="bg1"/>
                </a:solidFill>
                <a:latin typeface="Barlow" panose="00000500000000000000" pitchFamily="2" charset="0"/>
              </a:defRPr>
            </a:lvl5pPr>
          </a:lstStyle>
          <a:p>
            <a:pPr lvl="0"/>
            <a:r>
              <a:rPr lang="en-US"/>
              <a:t>Tên tác giả hoặc ngày tháng</a:t>
            </a:r>
            <a:endParaRPr lang="en-US" dirty="0"/>
          </a:p>
        </p:txBody>
      </p:sp>
      <p:sp>
        <p:nvSpPr>
          <p:cNvPr id="25" name="Rectangle 24"/>
          <p:cNvSpPr/>
          <p:nvPr userDrawn="1"/>
        </p:nvSpPr>
        <p:spPr>
          <a:xfrm>
            <a:off x="4998720" y="3805958"/>
            <a:ext cx="2194560" cy="27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nvGrpSpPr>
          <p:cNvPr id="2" name="Group 1">
            <a:extLst>
              <a:ext uri="{FF2B5EF4-FFF2-40B4-BE49-F238E27FC236}">
                <a16:creationId xmlns:a16="http://schemas.microsoft.com/office/drawing/2014/main" id="{F9948C5E-76A7-F702-69DB-282464E77641}"/>
              </a:ext>
            </a:extLst>
          </p:cNvPr>
          <p:cNvGrpSpPr/>
          <p:nvPr userDrawn="1"/>
        </p:nvGrpSpPr>
        <p:grpSpPr>
          <a:xfrm rot="5400000" flipH="1">
            <a:off x="11994349" y="89858"/>
            <a:ext cx="108319" cy="107166"/>
            <a:chOff x="9886950" y="442913"/>
            <a:chExt cx="216694" cy="214386"/>
          </a:xfrm>
        </p:grpSpPr>
        <p:sp>
          <p:nvSpPr>
            <p:cNvPr id="4" name="Rectangle: Rounded Corners 3">
              <a:extLst>
                <a:ext uri="{FF2B5EF4-FFF2-40B4-BE49-F238E27FC236}">
                  <a16:creationId xmlns:a16="http://schemas.microsoft.com/office/drawing/2014/main" id="{9456AD05-D0D5-B566-5464-905D6E126C9B}"/>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E39BB277-D677-7122-583C-E2DA058F670A}"/>
                </a:ext>
              </a:extLst>
            </p:cNvPr>
            <p:cNvSpPr/>
            <p:nvPr userDrawn="1"/>
          </p:nvSpPr>
          <p:spPr>
            <a:xfrm>
              <a:off x="10006013" y="559668"/>
              <a:ext cx="97631" cy="97631"/>
            </a:xfrm>
            <a:prstGeom prst="roundRect">
              <a:avLst/>
            </a:prstGeom>
            <a:solidFill>
              <a:srgbClr val="00AF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3FE1A5C2-1028-7EF7-EC88-4F04EC7380D2}"/>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3" name="Picture 2">
            <a:extLst>
              <a:ext uri="{FF2B5EF4-FFF2-40B4-BE49-F238E27FC236}">
                <a16:creationId xmlns:a16="http://schemas.microsoft.com/office/drawing/2014/main" id="{B542C0C7-F574-E38A-4EB3-08F7967A55EF}"/>
              </a:ext>
            </a:extLst>
          </p:cNvPr>
          <p:cNvPicPr>
            <a:picLocks noChangeAspect="1"/>
          </p:cNvPicPr>
          <p:nvPr userDrawn="1"/>
        </p:nvPicPr>
        <p:blipFill>
          <a:blip r:embed="rId2"/>
          <a:stretch>
            <a:fillRect/>
          </a:stretch>
        </p:blipFill>
        <p:spPr>
          <a:xfrm>
            <a:off x="2585036" y="6478829"/>
            <a:ext cx="9326880" cy="118101"/>
          </a:xfrm>
          <a:prstGeom prst="rect">
            <a:avLst/>
          </a:prstGeom>
        </p:spPr>
      </p:pic>
      <p:sp>
        <p:nvSpPr>
          <p:cNvPr id="5" name="Slide Number Placeholder 5">
            <a:extLst>
              <a:ext uri="{FF2B5EF4-FFF2-40B4-BE49-F238E27FC236}">
                <a16:creationId xmlns:a16="http://schemas.microsoft.com/office/drawing/2014/main" id="{509D78DE-4DE3-2990-85E4-786FD52314BF}"/>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6" name="Rectangle 5">
            <a:extLst>
              <a:ext uri="{FF2B5EF4-FFF2-40B4-BE49-F238E27FC236}">
                <a16:creationId xmlns:a16="http://schemas.microsoft.com/office/drawing/2014/main" id="{82A8D337-520D-D86F-59BE-49A69B9FFC61}"/>
              </a:ext>
            </a:extLst>
          </p:cNvPr>
          <p:cNvSpPr/>
          <p:nvPr userDrawn="1"/>
        </p:nvSpPr>
        <p:spPr>
          <a:xfrm>
            <a:off x="159150" y="6474525"/>
            <a:ext cx="653867" cy="298450"/>
          </a:xfrm>
          <a:prstGeom prst="rect">
            <a:avLst/>
          </a:prstGeom>
          <a:solidFill>
            <a:srgbClr val="27ACE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grpSp>
        <p:nvGrpSpPr>
          <p:cNvPr id="7" name="Group 6">
            <a:extLst>
              <a:ext uri="{FF2B5EF4-FFF2-40B4-BE49-F238E27FC236}">
                <a16:creationId xmlns:a16="http://schemas.microsoft.com/office/drawing/2014/main" id="{4674FC1A-E55F-C03B-647D-62C9D227489C}"/>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0AF77203-FB16-225E-E2AD-E6F5BFB29DF4}"/>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59832108-B491-0ED9-0209-DCDB4B879444}"/>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grpSp>
      <p:sp>
        <p:nvSpPr>
          <p:cNvPr id="27" name="TextBox 26">
            <a:extLst>
              <a:ext uri="{FF2B5EF4-FFF2-40B4-BE49-F238E27FC236}">
                <a16:creationId xmlns:a16="http://schemas.microsoft.com/office/drawing/2014/main" id="{BE3B44A9-629A-9AFC-6A18-1288714D7213}"/>
              </a:ext>
            </a:extLst>
          </p:cNvPr>
          <p:cNvSpPr txBox="1"/>
          <p:nvPr userDrawn="1"/>
        </p:nvSpPr>
        <p:spPr>
          <a:xfrm>
            <a:off x="10529596" y="6467840"/>
            <a:ext cx="1483098"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sp>
        <p:nvSpPr>
          <p:cNvPr id="28" name="Date Placeholder 3">
            <a:extLst>
              <a:ext uri="{FF2B5EF4-FFF2-40B4-BE49-F238E27FC236}">
                <a16:creationId xmlns:a16="http://schemas.microsoft.com/office/drawing/2014/main" id="{47E8952C-C96D-E1CF-68EF-C321F55822F3}"/>
              </a:ext>
            </a:extLst>
          </p:cNvPr>
          <p:cNvSpPr>
            <a:spLocks noGrp="1"/>
          </p:cNvSpPr>
          <p:nvPr>
            <p:ph type="dt" sz="half" idx="10"/>
          </p:nvPr>
        </p:nvSpPr>
        <p:spPr>
          <a:xfrm>
            <a:off x="1218484" y="6548263"/>
            <a:ext cx="2381966"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29-Nov-25</a:t>
            </a:fld>
            <a:endParaRPr lang="en-US"/>
          </a:p>
        </p:txBody>
      </p:sp>
      <p:sp>
        <p:nvSpPr>
          <p:cNvPr id="29" name="Footer Placeholder 4">
            <a:extLst>
              <a:ext uri="{FF2B5EF4-FFF2-40B4-BE49-F238E27FC236}">
                <a16:creationId xmlns:a16="http://schemas.microsoft.com/office/drawing/2014/main" id="{A43BEA4F-EC22-DCD8-2D07-6E96C6A77DC4}"/>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Tree>
    <p:extLst>
      <p:ext uri="{BB962C8B-B14F-4D97-AF65-F5344CB8AC3E}">
        <p14:creationId xmlns:p14="http://schemas.microsoft.com/office/powerpoint/2010/main" val="4158657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anim calcmode="lin" valueType="num">
                                      <p:cBhvr>
                                        <p:cTn id="8" dur="1000" fill="hold"/>
                                        <p:tgtEl>
                                          <p:spTgt spid="19"/>
                                        </p:tgtEl>
                                        <p:attrNameLst>
                                          <p:attrName>ppt_x</p:attrName>
                                        </p:attrNameLst>
                                      </p:cBhvr>
                                      <p:tavLst>
                                        <p:tav tm="0">
                                          <p:val>
                                            <p:strVal val="#ppt_x"/>
                                          </p:val>
                                        </p:tav>
                                        <p:tav tm="100000">
                                          <p:val>
                                            <p:strVal val="#ppt_x"/>
                                          </p:val>
                                        </p:tav>
                                      </p:tavLst>
                                    </p:anim>
                                    <p:anim calcmode="lin" valueType="num">
                                      <p:cBhvr>
                                        <p:cTn id="9" dur="1000" fill="hold"/>
                                        <p:tgtEl>
                                          <p:spTgt spid="19"/>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fade">
                                      <p:cBhvr>
                                        <p:cTn id="12" dur="1000"/>
                                        <p:tgtEl>
                                          <p:spTgt spid="20">
                                            <p:txEl>
                                              <p:pRg st="0" end="0"/>
                                            </p:txEl>
                                          </p:spTgt>
                                        </p:tgtEl>
                                      </p:cBhvr>
                                    </p:animEffect>
                                    <p:anim calcmode="lin" valueType="num">
                                      <p:cBhvr>
                                        <p:cTn id="13" dur="1000" fill="hold"/>
                                        <p:tgtEl>
                                          <p:spTgt spid="20">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20">
                                            <p:txEl>
                                              <p:pRg st="0" end="0"/>
                                            </p:txEl>
                                          </p:spTgt>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20" presetClass="entr" presetSubtype="0" fill="hold" grpId="0"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edge">
                                      <p:cBhvr>
                                        <p:cTn id="18" dur="1250"/>
                                        <p:tgtEl>
                                          <p:spTgt spid="25"/>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2">
                                            <p:txEl>
                                              <p:pRg st="0" end="0"/>
                                            </p:txEl>
                                          </p:spTgt>
                                        </p:tgtEl>
                                        <p:attrNameLst>
                                          <p:attrName>style.visibility</p:attrName>
                                        </p:attrNameLst>
                                      </p:cBhvr>
                                      <p:to>
                                        <p:strVal val="visible"/>
                                      </p:to>
                                    </p:set>
                                    <p:animEffect transition="in" filter="wipe(left)">
                                      <p:cBhvr>
                                        <p:cTn id="21" dur="1000"/>
                                        <p:tgtEl>
                                          <p:spTgt spid="2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build="p">
        <p:tmplLst>
          <p:tmpl lvl="1">
            <p:tnLst>
              <p:par>
                <p:cTn presetID="42" presetClass="entr" presetSubtype="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1000"/>
                        <p:tgtEl>
                          <p:spTgt spid="20"/>
                        </p:tgtEl>
                      </p:cBhvr>
                    </p:animEffect>
                    <p:anim calcmode="lin" valueType="num">
                      <p:cBhvr>
                        <p:cTn dur="1000" fill="hold"/>
                        <p:tgtEl>
                          <p:spTgt spid="20"/>
                        </p:tgtEl>
                        <p:attrNameLst>
                          <p:attrName>ppt_x</p:attrName>
                        </p:attrNameLst>
                      </p:cBhvr>
                      <p:tavLst>
                        <p:tav tm="0">
                          <p:val>
                            <p:strVal val="#ppt_x"/>
                          </p:val>
                        </p:tav>
                        <p:tav tm="100000">
                          <p:val>
                            <p:strVal val="#ppt_x"/>
                          </p:val>
                        </p:tav>
                      </p:tavLst>
                    </p:anim>
                    <p:anim calcmode="lin" valueType="num">
                      <p:cBhvr>
                        <p:cTn dur="1000" fill="hold"/>
                        <p:tgtEl>
                          <p:spTgt spid="20"/>
                        </p:tgtEl>
                        <p:attrNameLst>
                          <p:attrName>ppt_y</p:attrName>
                        </p:attrNameLst>
                      </p:cBhvr>
                      <p:tavLst>
                        <p:tav tm="0">
                          <p:val>
                            <p:strVal val="#ppt_y+.1"/>
                          </p:val>
                        </p:tav>
                        <p:tav tm="100000">
                          <p:val>
                            <p:strVal val="#ppt_y"/>
                          </p:val>
                        </p:tav>
                      </p:tavLst>
                    </p:anim>
                  </p:childTnLst>
                </p:cTn>
              </p:par>
            </p:tnLst>
          </p:tmpl>
        </p:tmplLst>
      </p:bldP>
      <p:bldP spid="22" grpId="0" build="p">
        <p:tmplLst>
          <p:tmpl lvl="1">
            <p:tnLst>
              <p:par>
                <p:cTn presetID="22" presetClass="entr" presetSubtype="8"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wipe(left)">
                      <p:cBhvr>
                        <p:cTn dur="1000"/>
                        <p:tgtEl>
                          <p:spTgt spid="22"/>
                        </p:tgtEl>
                      </p:cBhvr>
                    </p:animEffect>
                  </p:childTnLst>
                </p:cTn>
              </p:par>
            </p:tnLst>
          </p:tmpl>
        </p:tmplLst>
      </p:bldP>
      <p:bldP spid="25"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White Pure">
    <p:spTree>
      <p:nvGrpSpPr>
        <p:cNvPr id="1" name=""/>
        <p:cNvGrpSpPr/>
        <p:nvPr/>
      </p:nvGrpSpPr>
      <p:grpSpPr>
        <a:xfrm>
          <a:off x="0" y="0"/>
          <a:ext cx="0" cy="0"/>
          <a:chOff x="0" y="0"/>
          <a:chExt cx="0" cy="0"/>
        </a:xfrm>
      </p:grpSpPr>
      <p:sp>
        <p:nvSpPr>
          <p:cNvPr id="16" name="Title 1"/>
          <p:cNvSpPr>
            <a:spLocks noGrp="1"/>
          </p:cNvSpPr>
          <p:nvPr userDrawn="1">
            <p:ph type="ctrTitle" hasCustomPrompt="1"/>
          </p:nvPr>
        </p:nvSpPr>
        <p:spPr>
          <a:xfrm>
            <a:off x="1443567" y="1773238"/>
            <a:ext cx="10029565" cy="1655762"/>
          </a:xfrm>
        </p:spPr>
        <p:txBody>
          <a:bodyPr anchor="b" anchorCtr="0">
            <a:noAutofit/>
          </a:bodyPr>
          <a:lstStyle>
            <a:lvl1pPr algn="l">
              <a:defRPr sz="4000" b="1" baseline="0">
                <a:solidFill>
                  <a:srgbClr val="1F5CA9"/>
                </a:solidFill>
                <a:latin typeface="K2D" panose="00000500000000000000" pitchFamily="2" charset="-34"/>
              </a:defRPr>
            </a:lvl1pPr>
          </a:lstStyle>
          <a:p>
            <a:r>
              <a:rPr lang="en-US"/>
              <a:t>Tiêu đề chính</a:t>
            </a:r>
            <a:endParaRPr lang="en-US" dirty="0"/>
          </a:p>
        </p:txBody>
      </p:sp>
      <p:sp>
        <p:nvSpPr>
          <p:cNvPr id="18" name="Subtitle 2"/>
          <p:cNvSpPr>
            <a:spLocks noGrp="1"/>
          </p:cNvSpPr>
          <p:nvPr userDrawn="1">
            <p:ph type="subTitle" idx="1" hasCustomPrompt="1"/>
          </p:nvPr>
        </p:nvSpPr>
        <p:spPr>
          <a:xfrm>
            <a:off x="1443566" y="3428999"/>
            <a:ext cx="10029565" cy="796491"/>
          </a:xfrm>
        </p:spPr>
        <p:txBody>
          <a:bodyPr anchor="t" anchorCtr="0">
            <a:normAutofit/>
          </a:bodyPr>
          <a:lstStyle>
            <a:lvl1pPr marL="0" indent="0" algn="l">
              <a:buNone/>
              <a:defRPr sz="3200" baseline="0">
                <a:solidFill>
                  <a:srgbClr val="00AFEF"/>
                </a:solidFill>
                <a:latin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pic>
        <p:nvPicPr>
          <p:cNvPr id="30" name="Picture 2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51466" y="2942152"/>
            <a:ext cx="292100" cy="292100"/>
          </a:xfrm>
          <a:prstGeom prst="rect">
            <a:avLst/>
          </a:prstGeom>
        </p:spPr>
      </p:pic>
      <p:pic>
        <p:nvPicPr>
          <p:cNvPr id="15" name="Picture 14"/>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23CFF9A2-77A5-DDEE-8CD5-81FBB071FF69}"/>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00E020D5-F981-3E97-FE5E-ADF3F5D5D67B}"/>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AE6F97B9-1D92-F527-C77C-03A8413842FA}"/>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E461B76C-9BE8-353C-CE4F-D68CC621DEA4}"/>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4BD53315-09D7-5756-C6C6-55FFDDCFE138}"/>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5DA79C1E-4CE5-9C79-D05A-E661FD9C1020}"/>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517A207F-A3E9-4918-9A39-6AFD5C75AE21}"/>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741CAD55-C718-D746-6C4B-AC27D7F9E3C4}"/>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5652AF38-7C96-9660-E7DF-32022B504063}"/>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998B8E65-85EA-EDA7-0D26-FAB09CE576A7}"/>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2" name="Footer Placeholder 4">
            <a:extLst>
              <a:ext uri="{FF2B5EF4-FFF2-40B4-BE49-F238E27FC236}">
                <a16:creationId xmlns:a16="http://schemas.microsoft.com/office/drawing/2014/main" id="{E6AC2544-66BB-6379-48DA-83F16247F12D}"/>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6984924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500"/>
                                        <p:tgtEl>
                                          <p:spTgt spid="1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Effect transition="in" filter="wipe(left)">
                                      <p:cBhvr>
                                        <p:cTn id="11"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build="p">
        <p:tmplLst>
          <p:tmpl lvl="1">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Blue Background">
    <p:bg>
      <p:bgPr>
        <a:solidFill>
          <a:srgbClr val="00B0F0"/>
        </a:solidFill>
        <a:effectLst/>
      </p:bgPr>
    </p:bg>
    <p:spTree>
      <p:nvGrpSpPr>
        <p:cNvPr id="1" name=""/>
        <p:cNvGrpSpPr/>
        <p:nvPr/>
      </p:nvGrpSpPr>
      <p:grpSpPr>
        <a:xfrm>
          <a:off x="0" y="0"/>
          <a:ext cx="0" cy="0"/>
          <a:chOff x="0" y="0"/>
          <a:chExt cx="0" cy="0"/>
        </a:xfrm>
      </p:grpSpPr>
      <p:sp>
        <p:nvSpPr>
          <p:cNvPr id="19" name="Title 1"/>
          <p:cNvSpPr>
            <a:spLocks noGrp="1"/>
          </p:cNvSpPr>
          <p:nvPr>
            <p:ph type="ctrTitle" hasCustomPrompt="1"/>
          </p:nvPr>
        </p:nvSpPr>
        <p:spPr>
          <a:xfrm>
            <a:off x="1443567" y="1773238"/>
            <a:ext cx="10029565" cy="1655762"/>
          </a:xfrm>
        </p:spPr>
        <p:txBody>
          <a:bodyPr anchor="b" anchorCtr="0">
            <a:noAutofit/>
          </a:bodyPr>
          <a:lstStyle>
            <a:lvl1pPr algn="l">
              <a:defRPr sz="4000" b="1" baseline="0">
                <a:solidFill>
                  <a:schemeClr val="bg1"/>
                </a:solidFill>
                <a:latin typeface="K2D" panose="00000500000000000000" pitchFamily="2" charset="-34"/>
              </a:defRPr>
            </a:lvl1pPr>
          </a:lstStyle>
          <a:p>
            <a:r>
              <a:rPr lang="en-US"/>
              <a:t>Tiêu đề chính</a:t>
            </a:r>
            <a:endParaRPr lang="en-US" dirty="0"/>
          </a:p>
        </p:txBody>
      </p:sp>
      <p:sp>
        <p:nvSpPr>
          <p:cNvPr id="20" name="Subtitle 2"/>
          <p:cNvSpPr>
            <a:spLocks noGrp="1"/>
          </p:cNvSpPr>
          <p:nvPr>
            <p:ph type="subTitle" idx="1" hasCustomPrompt="1"/>
          </p:nvPr>
        </p:nvSpPr>
        <p:spPr>
          <a:xfrm>
            <a:off x="1443566" y="3428999"/>
            <a:ext cx="10029565" cy="796491"/>
          </a:xfrm>
        </p:spPr>
        <p:txBody>
          <a:bodyPr anchor="t" anchorCtr="0">
            <a:normAutofit/>
          </a:bodyPr>
          <a:lstStyle>
            <a:lvl1pPr marL="0" indent="0" algn="l">
              <a:buNone/>
              <a:defRPr sz="3200" baseline="0">
                <a:solidFill>
                  <a:schemeClr val="bg1"/>
                </a:solidFill>
                <a:latin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Tiêu đề phụ</a:t>
            </a:r>
            <a:endParaRPr lang="en-US" dirty="0"/>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99066" y="2914650"/>
            <a:ext cx="364657" cy="364657"/>
          </a:xfrm>
          <a:prstGeom prst="rect">
            <a:avLst/>
          </a:prstGeom>
        </p:spPr>
      </p:pic>
      <p:grpSp>
        <p:nvGrpSpPr>
          <p:cNvPr id="2" name="Group 1">
            <a:extLst>
              <a:ext uri="{FF2B5EF4-FFF2-40B4-BE49-F238E27FC236}">
                <a16:creationId xmlns:a16="http://schemas.microsoft.com/office/drawing/2014/main" id="{D0407ADE-1691-B221-3DBE-A0668F67DFAD}"/>
              </a:ext>
            </a:extLst>
          </p:cNvPr>
          <p:cNvGrpSpPr/>
          <p:nvPr userDrawn="1"/>
        </p:nvGrpSpPr>
        <p:grpSpPr>
          <a:xfrm rot="5400000" flipH="1">
            <a:off x="11994349" y="89858"/>
            <a:ext cx="108319" cy="107166"/>
            <a:chOff x="9886950" y="442913"/>
            <a:chExt cx="216694" cy="214386"/>
          </a:xfrm>
        </p:grpSpPr>
        <p:sp>
          <p:nvSpPr>
            <p:cNvPr id="3" name="Rectangle: Rounded Corners 2">
              <a:extLst>
                <a:ext uri="{FF2B5EF4-FFF2-40B4-BE49-F238E27FC236}">
                  <a16:creationId xmlns:a16="http://schemas.microsoft.com/office/drawing/2014/main" id="{D34C1E1A-F6EE-479B-62C5-AAA2AF44D763}"/>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0CF4A6C1-BB6F-E2E1-2B44-FAD2A1B1382F}"/>
                </a:ext>
              </a:extLst>
            </p:cNvPr>
            <p:cNvSpPr/>
            <p:nvPr userDrawn="1"/>
          </p:nvSpPr>
          <p:spPr>
            <a:xfrm>
              <a:off x="10006013" y="559668"/>
              <a:ext cx="97631" cy="97631"/>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2C836B12-C2E7-7458-8EEF-C0E54C0712FC}"/>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Picture 5">
            <a:extLst>
              <a:ext uri="{FF2B5EF4-FFF2-40B4-BE49-F238E27FC236}">
                <a16:creationId xmlns:a16="http://schemas.microsoft.com/office/drawing/2014/main" id="{702B1A35-3625-44F2-B450-96259B3697C6}"/>
              </a:ext>
            </a:extLst>
          </p:cNvPr>
          <p:cNvPicPr>
            <a:picLocks noChangeAspect="1"/>
          </p:cNvPicPr>
          <p:nvPr userDrawn="1"/>
        </p:nvPicPr>
        <p:blipFill>
          <a:blip r:embed="rId3"/>
          <a:stretch>
            <a:fillRect/>
          </a:stretch>
        </p:blipFill>
        <p:spPr>
          <a:xfrm>
            <a:off x="2599612" y="6488270"/>
            <a:ext cx="9336024" cy="118110"/>
          </a:xfrm>
          <a:prstGeom prst="rect">
            <a:avLst/>
          </a:prstGeom>
        </p:spPr>
      </p:pic>
      <p:sp>
        <p:nvSpPr>
          <p:cNvPr id="7" name="Slide Number Placeholder 5">
            <a:extLst>
              <a:ext uri="{FF2B5EF4-FFF2-40B4-BE49-F238E27FC236}">
                <a16:creationId xmlns:a16="http://schemas.microsoft.com/office/drawing/2014/main" id="{DE497A08-099F-1B3E-194B-4232B1D060A8}"/>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8" name="Rectangle 7">
            <a:extLst>
              <a:ext uri="{FF2B5EF4-FFF2-40B4-BE49-F238E27FC236}">
                <a16:creationId xmlns:a16="http://schemas.microsoft.com/office/drawing/2014/main" id="{3D5BAB25-FCB5-FAAB-5765-8D4ACA9B2625}"/>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9" name="Rectangle 8">
            <a:extLst>
              <a:ext uri="{FF2B5EF4-FFF2-40B4-BE49-F238E27FC236}">
                <a16:creationId xmlns:a16="http://schemas.microsoft.com/office/drawing/2014/main" id="{9B09F01B-7545-EE0B-CCDB-EA38604EB38F}"/>
              </a:ext>
            </a:extLst>
          </p:cNvPr>
          <p:cNvSpPr/>
          <p:nvPr userDrawn="1"/>
        </p:nvSpPr>
        <p:spPr>
          <a:xfrm>
            <a:off x="11577955" y="6548263"/>
            <a:ext cx="340536" cy="170378"/>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0" name="Slide Number Placeholder 5">
            <a:extLst>
              <a:ext uri="{FF2B5EF4-FFF2-40B4-BE49-F238E27FC236}">
                <a16:creationId xmlns:a16="http://schemas.microsoft.com/office/drawing/2014/main" id="{90B09E43-1817-D52E-1B93-2D03B69FBBF9}"/>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11" name="Group 10">
            <a:extLst>
              <a:ext uri="{FF2B5EF4-FFF2-40B4-BE49-F238E27FC236}">
                <a16:creationId xmlns:a16="http://schemas.microsoft.com/office/drawing/2014/main" id="{E340A8E4-7C5F-7F57-1FD7-2B62EB3A0CAC}"/>
              </a:ext>
            </a:extLst>
          </p:cNvPr>
          <p:cNvGrpSpPr/>
          <p:nvPr userDrawn="1"/>
        </p:nvGrpSpPr>
        <p:grpSpPr>
          <a:xfrm>
            <a:off x="817685" y="6410864"/>
            <a:ext cx="2760487" cy="403790"/>
            <a:chOff x="741485" y="6410864"/>
            <a:chExt cx="2760487" cy="403790"/>
          </a:xfrm>
        </p:grpSpPr>
        <p:sp>
          <p:nvSpPr>
            <p:cNvPr id="12" name="TextBox 11">
              <a:extLst>
                <a:ext uri="{FF2B5EF4-FFF2-40B4-BE49-F238E27FC236}">
                  <a16:creationId xmlns:a16="http://schemas.microsoft.com/office/drawing/2014/main" id="{31401AA1-7975-3594-DC27-3B15A19D2BF9}"/>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sp>
          <p:nvSpPr>
            <p:cNvPr id="13" name="TextBox 12">
              <a:extLst>
                <a:ext uri="{FF2B5EF4-FFF2-40B4-BE49-F238E27FC236}">
                  <a16:creationId xmlns:a16="http://schemas.microsoft.com/office/drawing/2014/main" id="{786A1549-5E94-2A55-30E3-4C7A2D1E8077}"/>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grpSp>
      <p:sp>
        <p:nvSpPr>
          <p:cNvPr id="14" name="TextBox 13">
            <a:extLst>
              <a:ext uri="{FF2B5EF4-FFF2-40B4-BE49-F238E27FC236}">
                <a16:creationId xmlns:a16="http://schemas.microsoft.com/office/drawing/2014/main" id="{4698C5B0-03A7-5383-3EC8-3710BCD5581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sp>
        <p:nvSpPr>
          <p:cNvPr id="22" name="Date Placeholder 3">
            <a:extLst>
              <a:ext uri="{FF2B5EF4-FFF2-40B4-BE49-F238E27FC236}">
                <a16:creationId xmlns:a16="http://schemas.microsoft.com/office/drawing/2014/main" id="{EE419B5B-7A9D-F950-9502-52863B417140}"/>
              </a:ext>
            </a:extLst>
          </p:cNvPr>
          <p:cNvSpPr>
            <a:spLocks noGrp="1"/>
          </p:cNvSpPr>
          <p:nvPr>
            <p:ph type="dt" sz="half" idx="10"/>
          </p:nvPr>
        </p:nvSpPr>
        <p:spPr>
          <a:xfrm>
            <a:off x="1218484" y="6548263"/>
            <a:ext cx="2381966"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29-Nov-25</a:t>
            </a:fld>
            <a:endParaRPr lang="en-US"/>
          </a:p>
        </p:txBody>
      </p:sp>
      <p:sp>
        <p:nvSpPr>
          <p:cNvPr id="23" name="Footer Placeholder 4">
            <a:extLst>
              <a:ext uri="{FF2B5EF4-FFF2-40B4-BE49-F238E27FC236}">
                <a16:creationId xmlns:a16="http://schemas.microsoft.com/office/drawing/2014/main" id="{04DAFEAD-AB29-262E-41C9-C3201759FA1A}"/>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Tree>
    <p:extLst>
      <p:ext uri="{BB962C8B-B14F-4D97-AF65-F5344CB8AC3E}">
        <p14:creationId xmlns:p14="http://schemas.microsoft.com/office/powerpoint/2010/main" val="40504453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20">
                                            <p:txEl>
                                              <p:pRg st="0" end="0"/>
                                            </p:txEl>
                                          </p:spTgt>
                                        </p:tgtEl>
                                        <p:attrNameLst>
                                          <p:attrName>style.visibility</p:attrName>
                                        </p:attrNameLst>
                                      </p:cBhvr>
                                      <p:to>
                                        <p:strVal val="visible"/>
                                      </p:to>
                                    </p:set>
                                    <p:animEffect transition="in" filter="wipe(left)">
                                      <p:cBhvr>
                                        <p:cTn id="11" dur="500"/>
                                        <p:tgtEl>
                                          <p:spTgt spid="2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build="p">
        <p:tmplLst>
          <p:tmpl lvl="1">
            <p:tnLst>
              <p:par>
                <p:cTn presetID="22" presetClass="entr" presetSubtype="8" fill="hold" nodeType="after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wipe(left)">
                      <p:cBhvr>
                        <p:cTn dur="500"/>
                        <p:tgtEl>
                          <p:spTgt spid="20"/>
                        </p:tgtEl>
                      </p:cBhvr>
                    </p:animEffect>
                  </p:childTnLst>
                </p:cTn>
              </p:par>
            </p:tnLst>
          </p:tmpl>
        </p:tmplLst>
      </p:bldP>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152005"/>
            <a:ext cx="10515600" cy="1325563"/>
          </a:xfrm>
        </p:spPr>
        <p:txBody>
          <a:bodyPr>
            <a:normAutofit/>
          </a:bodyPr>
          <a:lstStyle>
            <a:lvl1pPr>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3" name="Content Placeholder 2"/>
          <p:cNvSpPr>
            <a:spLocks noGrp="1"/>
          </p:cNvSpPr>
          <p:nvPr>
            <p:ph idx="1" hasCustomPrompt="1"/>
          </p:nvPr>
        </p:nvSpPr>
        <p:spPr/>
        <p:txBody>
          <a:bodyPr>
            <a:normAutofit/>
          </a:bodyPr>
          <a:lstStyle>
            <a:lvl1pPr marL="0" indent="0" algn="just">
              <a:lnSpc>
                <a:spcPct val="100000"/>
              </a:lnSpc>
              <a:spcBef>
                <a:spcPts val="1200"/>
              </a:spcBef>
              <a:buNone/>
              <a:defRPr sz="2400">
                <a:latin typeface="Readex Pro" pitchFamily="2" charset="-78"/>
                <a:cs typeface="Readex Pro" pitchFamily="2" charset="-78"/>
              </a:defRPr>
            </a:lvl1pPr>
            <a:lvl2pPr marL="457200" indent="0" algn="just">
              <a:lnSpc>
                <a:spcPct val="100000"/>
              </a:lnSpc>
              <a:buNone/>
              <a:defRPr sz="2400">
                <a:latin typeface="Readex Pro" pitchFamily="2" charset="-78"/>
                <a:cs typeface="Readex Pro" pitchFamily="2" charset="-78"/>
              </a:defRPr>
            </a:lvl2pPr>
            <a:lvl3pPr marL="914400" indent="0" algn="just">
              <a:lnSpc>
                <a:spcPct val="100000"/>
              </a:lnSpc>
              <a:buNone/>
              <a:defRPr sz="2000">
                <a:latin typeface="Readex Pro" pitchFamily="2" charset="-78"/>
                <a:cs typeface="Readex Pro" pitchFamily="2" charset="-78"/>
              </a:defRPr>
            </a:lvl3pPr>
            <a:lvl4pPr marL="1371600" indent="0" algn="just">
              <a:lnSpc>
                <a:spcPct val="100000"/>
              </a:lnSpc>
              <a:buNone/>
              <a:defRPr sz="1800">
                <a:latin typeface="Readex Pro" pitchFamily="2" charset="-78"/>
                <a:cs typeface="Readex Pro" pitchFamily="2" charset="-78"/>
              </a:defRPr>
            </a:lvl4pPr>
            <a:lvl5pPr marL="1828800" indent="0" algn="just">
              <a:lnSpc>
                <a:spcPct val="100000"/>
              </a:lnSpc>
              <a:buNone/>
              <a:defRPr sz="1800">
                <a:latin typeface="Readex Pro" pitchFamily="2" charset="-78"/>
                <a:cs typeface="Readex Pro" pitchFamily="2" charset="-78"/>
              </a:defRPr>
            </a:lvl5pPr>
          </a:lstStyle>
          <a:p>
            <a:pPr lvl="0"/>
            <a:r>
              <a:rPr lang="en-US"/>
              <a:t>Nội dung</a:t>
            </a:r>
            <a:endParaRPr lang="en-US" dirty="0"/>
          </a:p>
        </p:txBody>
      </p:sp>
      <p:pic>
        <p:nvPicPr>
          <p:cNvPr id="25" name="Picture 2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8656" y="656757"/>
            <a:ext cx="292100" cy="292100"/>
          </a:xfrm>
          <a:prstGeom prst="rect">
            <a:avLst/>
          </a:prstGeom>
        </p:spPr>
      </p:pic>
      <p:pic>
        <p:nvPicPr>
          <p:cNvPr id="20" name="Picture 19"/>
          <p:cNvPicPr>
            <a:picLocks noChangeAspect="1"/>
          </p:cNvPicPr>
          <p:nvPr userDrawn="1"/>
        </p:nvPicPr>
        <p:blipFill>
          <a:blip r:embed="rId3"/>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9DEB5E8B-9D80-CFB1-EDED-87ECE2CB2B8A}"/>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85F6291E-292F-647B-E93F-CCF3BD97EF41}"/>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F972A86A-A3D6-70DE-0206-BB773A444275}"/>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CAF733AF-6C3E-C1DE-BF08-4108C35CB058}"/>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CAB7700C-E55C-27FB-89BF-E9B044E9EC33}"/>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8A9A2E08-C471-6D85-4D71-8B7583F204FA}"/>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0" name="TextBox 9">
              <a:extLst>
                <a:ext uri="{FF2B5EF4-FFF2-40B4-BE49-F238E27FC236}">
                  <a16:creationId xmlns:a16="http://schemas.microsoft.com/office/drawing/2014/main" id="{A08275F7-17A7-2357-D01F-B5A5E3884CF3}"/>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BBC96F8B-987B-47C3-DC48-3B2EC5C98BF8}"/>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AB7A3534-0713-475D-C6A5-307770CE20B0}"/>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7EB70784-4611-F5A4-7D58-DD378AF3F6A9}"/>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4" name="Footer Placeholder 4">
            <a:extLst>
              <a:ext uri="{FF2B5EF4-FFF2-40B4-BE49-F238E27FC236}">
                <a16:creationId xmlns:a16="http://schemas.microsoft.com/office/drawing/2014/main" id="{87628174-E628-DF34-7A10-83FDFC5D11E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9461312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logo">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152005"/>
            <a:ext cx="10515600" cy="1325563"/>
          </a:xfrm>
        </p:spPr>
        <p:txBody>
          <a:bodyPr>
            <a:normAutofit/>
          </a:bodyPr>
          <a:lstStyle>
            <a:lvl1pPr>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3" name="Content Placeholder 2"/>
          <p:cNvSpPr>
            <a:spLocks noGrp="1"/>
          </p:cNvSpPr>
          <p:nvPr>
            <p:ph idx="1" hasCustomPrompt="1"/>
          </p:nvPr>
        </p:nvSpPr>
        <p:spPr/>
        <p:txBody>
          <a:bodyPr>
            <a:normAutofit/>
          </a:bodyPr>
          <a:lstStyle>
            <a:lvl1pPr marL="0" indent="0" algn="just">
              <a:lnSpc>
                <a:spcPct val="100000"/>
              </a:lnSpc>
              <a:spcBef>
                <a:spcPts val="1200"/>
              </a:spcBef>
              <a:buNone/>
              <a:defRPr sz="2400">
                <a:latin typeface="Readex Pro" pitchFamily="2" charset="-78"/>
                <a:cs typeface="Readex Pro" pitchFamily="2" charset="-78"/>
              </a:defRPr>
            </a:lvl1pPr>
            <a:lvl2pPr marL="457200" indent="0" algn="just">
              <a:lnSpc>
                <a:spcPct val="100000"/>
              </a:lnSpc>
              <a:buNone/>
              <a:defRPr sz="2400">
                <a:latin typeface="Readex Pro" pitchFamily="2" charset="-78"/>
                <a:cs typeface="Readex Pro" pitchFamily="2" charset="-78"/>
              </a:defRPr>
            </a:lvl2pPr>
            <a:lvl3pPr marL="914400" indent="0" algn="just">
              <a:lnSpc>
                <a:spcPct val="100000"/>
              </a:lnSpc>
              <a:buNone/>
              <a:defRPr sz="2000">
                <a:latin typeface="Readex Pro" pitchFamily="2" charset="-78"/>
                <a:cs typeface="Readex Pro" pitchFamily="2" charset="-78"/>
              </a:defRPr>
            </a:lvl3pPr>
            <a:lvl4pPr marL="1371600" indent="0" algn="just">
              <a:lnSpc>
                <a:spcPct val="100000"/>
              </a:lnSpc>
              <a:buNone/>
              <a:defRPr sz="1800">
                <a:latin typeface="Readex Pro" pitchFamily="2" charset="-78"/>
                <a:cs typeface="Readex Pro" pitchFamily="2" charset="-78"/>
              </a:defRPr>
            </a:lvl4pPr>
            <a:lvl5pPr marL="1828800" indent="0" algn="just">
              <a:lnSpc>
                <a:spcPct val="100000"/>
              </a:lnSpc>
              <a:buNone/>
              <a:defRPr sz="1800">
                <a:latin typeface="Readex Pro" pitchFamily="2" charset="-78"/>
                <a:cs typeface="Readex Pro" pitchFamily="2" charset="-78"/>
              </a:defRPr>
            </a:lvl5pPr>
          </a:lstStyle>
          <a:p>
            <a:pPr lvl="0"/>
            <a:r>
              <a:rPr lang="en-US"/>
              <a:t>Nội dung</a:t>
            </a:r>
            <a:endParaRPr lang="en-US" dirty="0"/>
          </a:p>
        </p:txBody>
      </p:sp>
      <p:pic>
        <p:nvPicPr>
          <p:cNvPr id="13" name="Picture 12">
            <a:extLst>
              <a:ext uri="{FF2B5EF4-FFF2-40B4-BE49-F238E27FC236}">
                <a16:creationId xmlns:a16="http://schemas.microsoft.com/office/drawing/2014/main" id="{16CEE1D6-0A80-8A7D-310B-2F6B434F47E7}"/>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pic>
        <p:nvPicPr>
          <p:cNvPr id="25" name="Picture 2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78656" y="656757"/>
            <a:ext cx="292100" cy="292100"/>
          </a:xfrm>
          <a:prstGeom prst="rect">
            <a:avLst/>
          </a:prstGeom>
        </p:spPr>
      </p:pic>
      <p:pic>
        <p:nvPicPr>
          <p:cNvPr id="20" name="Picture 19"/>
          <p:cNvPicPr>
            <a:picLocks noChangeAspect="1"/>
          </p:cNvPicPr>
          <p:nvPr userDrawn="1"/>
        </p:nvPicPr>
        <p:blipFill>
          <a:blip r:embed="rId4"/>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CC110D58-C7C9-AD78-555F-33E02058DAF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AB81B152-BF7B-A150-5A99-2B451EC38D47}"/>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5D759768-9879-1B7A-B5FA-0DCEFE74D519}"/>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A3889155-4A4A-8DED-164F-8A56C00B8F97}"/>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35096035-4D5E-EF98-4374-6099861A66F4}"/>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88792706-2488-D26C-C54B-F6881C86D05F}"/>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0" name="TextBox 9">
              <a:extLst>
                <a:ext uri="{FF2B5EF4-FFF2-40B4-BE49-F238E27FC236}">
                  <a16:creationId xmlns:a16="http://schemas.microsoft.com/office/drawing/2014/main" id="{6F36761B-1C8C-2A9C-97D2-FD722A844AEB}"/>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EBA4366D-2C0B-5E27-DC28-A877427191AD}"/>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82538E5B-E5A0-69DD-94F0-C506BC4743B8}"/>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4" name="Date Placeholder 3">
            <a:extLst>
              <a:ext uri="{FF2B5EF4-FFF2-40B4-BE49-F238E27FC236}">
                <a16:creationId xmlns:a16="http://schemas.microsoft.com/office/drawing/2014/main" id="{709C7B13-13FD-9548-48BE-5821DF0AAE0D}"/>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5" name="Footer Placeholder 4">
            <a:extLst>
              <a:ext uri="{FF2B5EF4-FFF2-40B4-BE49-F238E27FC236}">
                <a16:creationId xmlns:a16="http://schemas.microsoft.com/office/drawing/2014/main" id="{2283063C-B225-E607-FC11-4C67B227314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8815895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Left - Placeholder Right">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6B71F910-DD42-8802-386F-AA27E891E307}"/>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sp>
        <p:nvSpPr>
          <p:cNvPr id="16" name="Title 1"/>
          <p:cNvSpPr>
            <a:spLocks noGrp="1"/>
          </p:cNvSpPr>
          <p:nvPr userDrawn="1">
            <p:ph type="ctrTitle" hasCustomPrompt="1"/>
          </p:nvPr>
        </p:nvSpPr>
        <p:spPr>
          <a:xfrm>
            <a:off x="514350" y="1125114"/>
            <a:ext cx="4467226" cy="1655762"/>
          </a:xfrm>
        </p:spPr>
        <p:txBody>
          <a:bodyPr anchor="b" anchorCtr="0">
            <a:noAutofit/>
          </a:bodyPr>
          <a:lstStyle>
            <a:lvl1pPr algn="l">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18" name="Subtitle 2"/>
          <p:cNvSpPr>
            <a:spLocks noGrp="1"/>
          </p:cNvSpPr>
          <p:nvPr userDrawn="1">
            <p:ph type="subTitle" idx="1" hasCustomPrompt="1"/>
          </p:nvPr>
        </p:nvSpPr>
        <p:spPr>
          <a:xfrm>
            <a:off x="514348" y="2885650"/>
            <a:ext cx="4467229" cy="2244548"/>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 </a:t>
            </a:r>
            <a:endParaRPr lang="en-US" dirty="0"/>
          </a:p>
        </p:txBody>
      </p:sp>
      <p:sp>
        <p:nvSpPr>
          <p:cNvPr id="19" name="Content Placeholder 9"/>
          <p:cNvSpPr>
            <a:spLocks noGrp="1"/>
          </p:cNvSpPr>
          <p:nvPr userDrawn="1">
            <p:ph sz="quarter" idx="12" hasCustomPrompt="1"/>
          </p:nvPr>
        </p:nvSpPr>
        <p:spPr>
          <a:xfrm>
            <a:off x="5667375" y="1125114"/>
            <a:ext cx="5381626" cy="3952875"/>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pic>
        <p:nvPicPr>
          <p:cNvPr id="20" name="Picture 19"/>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8E269295-E313-A799-7125-41D39E39DAF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EF4B895D-114D-C9C2-A547-220F39E95B3A}"/>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9B61B30F-7B6D-78FB-BD6E-E34AD607BE56}"/>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227F6DF5-10A9-DC42-E1E9-D1FA91D6BBF1}"/>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71959BFF-8A0A-B338-A74E-37D7F5CED4DF}"/>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3AE9E1AD-2113-53D7-8783-10A60D932962}"/>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FE1424EB-91CE-59BF-400F-9BCF3A182E62}"/>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A299800F-88A1-1EF2-673A-E19EDD4D12A2}"/>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2DFA7C85-7A63-3F94-A6E0-51FBFB0A6214}"/>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39E5B1EA-BE1C-22C4-8140-1FF7F085C8B6}"/>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2" name="Footer Placeholder 4">
            <a:extLst>
              <a:ext uri="{FF2B5EF4-FFF2-40B4-BE49-F238E27FC236}">
                <a16:creationId xmlns:a16="http://schemas.microsoft.com/office/drawing/2014/main" id="{23F5244F-399D-4048-0258-1C4D4345FF9B}"/>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9641975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500"/>
                                        <p:tgtEl>
                                          <p:spTgt spid="1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Effect transition="in" filter="wipe(left)">
                                      <p:cBhvr>
                                        <p:cTn id="11"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build="p">
        <p:tmplLst>
          <p:tmpl lvl="1">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ceholder Left - Title Right ">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036A66E2-7787-687B-3553-97FAF9109CAB}"/>
              </a:ext>
            </a:extLst>
          </p:cNvPr>
          <p:cNvPicPr>
            <a:picLocks noChangeAspect="1"/>
          </p:cNvPicPr>
          <p:nvPr userDrawn="1"/>
        </p:nvPicPr>
        <p:blipFill>
          <a:blip r:embed="rId2">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sp>
        <p:nvSpPr>
          <p:cNvPr id="16" name="Title 1"/>
          <p:cNvSpPr>
            <a:spLocks noGrp="1"/>
          </p:cNvSpPr>
          <p:nvPr userDrawn="1">
            <p:ph type="ctrTitle" hasCustomPrompt="1"/>
          </p:nvPr>
        </p:nvSpPr>
        <p:spPr>
          <a:xfrm>
            <a:off x="6737350" y="1332588"/>
            <a:ext cx="4467226" cy="1655762"/>
          </a:xfrm>
        </p:spPr>
        <p:txBody>
          <a:bodyPr anchor="b" anchorCtr="0">
            <a:noAutofit/>
          </a:bodyPr>
          <a:lstStyle>
            <a:lvl1pPr algn="l">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18" name="Subtitle 2"/>
          <p:cNvSpPr>
            <a:spLocks noGrp="1"/>
          </p:cNvSpPr>
          <p:nvPr userDrawn="1">
            <p:ph type="subTitle" idx="1" hasCustomPrompt="1"/>
          </p:nvPr>
        </p:nvSpPr>
        <p:spPr>
          <a:xfrm>
            <a:off x="6737348" y="3093124"/>
            <a:ext cx="4467229" cy="2192339"/>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19" name="Content Placeholder 9"/>
          <p:cNvSpPr>
            <a:spLocks noGrp="1"/>
          </p:cNvSpPr>
          <p:nvPr userDrawn="1">
            <p:ph sz="quarter" idx="12" hasCustomPrompt="1"/>
          </p:nvPr>
        </p:nvSpPr>
        <p:spPr>
          <a:xfrm>
            <a:off x="624706" y="1332588"/>
            <a:ext cx="5381626" cy="3952875"/>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pic>
        <p:nvPicPr>
          <p:cNvPr id="17" name="Picture 16"/>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D473B34E-C5A1-D7E2-C692-BFBE5EBD6AC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0C1CFE12-2689-2DB3-6CB8-E6D662CAE886}"/>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206B0CF2-5878-8045-7665-76673B4F71AB}"/>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46C447DE-39C2-0CF7-466F-6F936D0397D6}"/>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6BB166D7-5532-DFCC-4719-A557C504B8F3}"/>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5B618045-F14E-9F31-0FA0-0532F46BF465}"/>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3AF28839-2BBD-09C4-84D8-C7BD82D44B55}"/>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BCD9E80B-3CE1-773E-29BB-8B95E6D45434}"/>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8ACA3E05-765A-20DC-76C7-1BB18527C022}"/>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D2971456-C6D4-0F38-6B9E-1F35DDA6E437}"/>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2" name="Footer Placeholder 4">
            <a:extLst>
              <a:ext uri="{FF2B5EF4-FFF2-40B4-BE49-F238E27FC236}">
                <a16:creationId xmlns:a16="http://schemas.microsoft.com/office/drawing/2014/main" id="{C3720CF9-36DD-EAE0-4DFF-B34E1D72560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15420981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500"/>
                                        <p:tgtEl>
                                          <p:spTgt spid="1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Effect transition="in" filter="wipe(left)">
                                      <p:cBhvr>
                                        <p:cTn id="11"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build="p">
        <p:tmplLst>
          <p:tmpl lvl="1">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icture Left">
    <p:spTree>
      <p:nvGrpSpPr>
        <p:cNvPr id="1" name=""/>
        <p:cNvGrpSpPr/>
        <p:nvPr/>
      </p:nvGrpSpPr>
      <p:grpSpPr>
        <a:xfrm>
          <a:off x="0" y="0"/>
          <a:ext cx="0" cy="0"/>
          <a:chOff x="0" y="0"/>
          <a:chExt cx="0" cy="0"/>
        </a:xfrm>
      </p:grpSpPr>
      <p:sp>
        <p:nvSpPr>
          <p:cNvPr id="3" name="Picture Placeholder 2"/>
          <p:cNvSpPr>
            <a:spLocks noGrp="1"/>
          </p:cNvSpPr>
          <p:nvPr>
            <p:ph type="pic" sz="quarter" idx="12" hasCustomPrompt="1"/>
          </p:nvPr>
        </p:nvSpPr>
        <p:spPr>
          <a:xfrm>
            <a:off x="0" y="0"/>
            <a:ext cx="4787900" cy="6858000"/>
          </a:xfrm>
        </p:spPr>
        <p:txBody>
          <a:bodyPr anchor="ctr" anchorCtr="0"/>
          <a:lstStyle>
            <a:lvl1pPr marL="0" indent="0" algn="ctr">
              <a:buNone/>
              <a:defRPr/>
            </a:lvl1pPr>
          </a:lstStyle>
          <a:p>
            <a:r>
              <a:rPr lang="en-US"/>
              <a:t>Chèn ảnh</a:t>
            </a:r>
          </a:p>
        </p:txBody>
      </p:sp>
      <p:sp>
        <p:nvSpPr>
          <p:cNvPr id="16" name="Title 1"/>
          <p:cNvSpPr>
            <a:spLocks noGrp="1"/>
          </p:cNvSpPr>
          <p:nvPr>
            <p:ph type="ctrTitle" hasCustomPrompt="1"/>
          </p:nvPr>
        </p:nvSpPr>
        <p:spPr>
          <a:xfrm>
            <a:off x="5626100" y="1109534"/>
            <a:ext cx="5959476" cy="1655762"/>
          </a:xfrm>
        </p:spPr>
        <p:txBody>
          <a:bodyPr anchor="b" anchorCtr="0">
            <a:noAutofit/>
          </a:bodyPr>
          <a:lstStyle>
            <a:lvl1pPr algn="l">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18" name="Subtitle 2"/>
          <p:cNvSpPr>
            <a:spLocks noGrp="1"/>
          </p:cNvSpPr>
          <p:nvPr>
            <p:ph type="subTitle" idx="1" hasCustomPrompt="1"/>
          </p:nvPr>
        </p:nvSpPr>
        <p:spPr>
          <a:xfrm>
            <a:off x="5626098" y="2870070"/>
            <a:ext cx="5959480" cy="2502381"/>
          </a:xfrm>
        </p:spPr>
        <p:txBody>
          <a:bodyPr anchor="t" anchorCtr="0">
            <a:noAutofit/>
          </a:bodyPr>
          <a:lstStyle>
            <a:lvl1pPr marL="0" indent="0" algn="just">
              <a:lnSpc>
                <a:spcPct val="100000"/>
              </a:lnSpc>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17" name="Rectangle 16"/>
          <p:cNvSpPr/>
          <p:nvPr userDrawn="1"/>
        </p:nvSpPr>
        <p:spPr>
          <a:xfrm>
            <a:off x="4787899" y="0"/>
            <a:ext cx="116779" cy="6858000"/>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14" name="Picture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85106" y="241300"/>
            <a:ext cx="292100" cy="292100"/>
          </a:xfrm>
          <a:prstGeom prst="rect">
            <a:avLst/>
          </a:prstGeom>
        </p:spPr>
      </p:pic>
      <p:pic>
        <p:nvPicPr>
          <p:cNvPr id="22" name="Picture 21"/>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7666FBEF-96D4-A728-F979-1B9E3C584618}"/>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4" name="Rectangle 3">
            <a:extLst>
              <a:ext uri="{FF2B5EF4-FFF2-40B4-BE49-F238E27FC236}">
                <a16:creationId xmlns:a16="http://schemas.microsoft.com/office/drawing/2014/main" id="{68E8E8DD-CE54-0055-2BF7-151D57DF8BD3}"/>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5" name="Rectangle 4">
            <a:extLst>
              <a:ext uri="{FF2B5EF4-FFF2-40B4-BE49-F238E27FC236}">
                <a16:creationId xmlns:a16="http://schemas.microsoft.com/office/drawing/2014/main" id="{D272301E-8D74-6168-3E37-23F22C232E8A}"/>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1E1F16EF-BF90-0E2D-8C37-9F7F65B32C5A}"/>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24C6974A-DD6E-7CB5-8FD4-600450267DC0}"/>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56196367-A723-A537-EB98-81ACB69748FB}"/>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E466BEA6-14C4-AF23-E4A2-9D451D536F01}"/>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0" name="TextBox 9">
            <a:extLst>
              <a:ext uri="{FF2B5EF4-FFF2-40B4-BE49-F238E27FC236}">
                <a16:creationId xmlns:a16="http://schemas.microsoft.com/office/drawing/2014/main" id="{C8362F22-F1FE-F284-D164-71325E2FE29A}"/>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C52A85AC-B7B7-482A-12B3-980D59815FDD}"/>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BF6D7656-F800-D94D-225F-EDD31055092D}"/>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3" name="Footer Placeholder 4">
            <a:extLst>
              <a:ext uri="{FF2B5EF4-FFF2-40B4-BE49-F238E27FC236}">
                <a16:creationId xmlns:a16="http://schemas.microsoft.com/office/drawing/2014/main" id="{7D4C748E-C498-F3D1-FA1A-8DE0452D33B4}"/>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2509313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500"/>
                                        <p:tgtEl>
                                          <p:spTgt spid="1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Effect transition="in" filter="wipe(left)">
                                      <p:cBhvr>
                                        <p:cTn id="11"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build="p">
        <p:tmplLst>
          <p:tmpl lvl="1">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Picture Left">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F9E864A0-20A2-BDEB-4706-A5E83DDFA48B}"/>
              </a:ext>
            </a:extLst>
          </p:cNvPr>
          <p:cNvPicPr>
            <a:picLocks noChangeAspect="1"/>
          </p:cNvPicPr>
          <p:nvPr userDrawn="1"/>
        </p:nvPicPr>
        <p:blipFill>
          <a:blip r:embed="rId2">
            <a:duotone>
              <a:schemeClr val="bg2">
                <a:shade val="45000"/>
                <a:satMod val="135000"/>
              </a:schemeClr>
              <a:prstClr val="white"/>
            </a:duotone>
          </a:blip>
          <a:stretch>
            <a:fillRect/>
          </a:stretch>
        </p:blipFill>
        <p:spPr>
          <a:xfrm rot="2700000">
            <a:off x="781863" y="1310095"/>
            <a:ext cx="3916148" cy="3910374"/>
          </a:xfrm>
          <a:prstGeom prst="rect">
            <a:avLst/>
          </a:prstGeom>
        </p:spPr>
      </p:pic>
      <p:sp>
        <p:nvSpPr>
          <p:cNvPr id="16" name="Title 1"/>
          <p:cNvSpPr>
            <a:spLocks noGrp="1"/>
          </p:cNvSpPr>
          <p:nvPr>
            <p:ph type="ctrTitle" hasCustomPrompt="1"/>
          </p:nvPr>
        </p:nvSpPr>
        <p:spPr>
          <a:xfrm>
            <a:off x="5575300" y="769938"/>
            <a:ext cx="5959476" cy="1655762"/>
          </a:xfrm>
        </p:spPr>
        <p:txBody>
          <a:bodyPr anchor="b" anchorCtr="0">
            <a:noAutofit/>
          </a:bodyPr>
          <a:lstStyle>
            <a:lvl1pPr algn="l">
              <a:defRPr lang="en-US" sz="3600" b="1" kern="1200" baseline="0" dirty="0" smtClean="0">
                <a:solidFill>
                  <a:srgbClr val="0070C0"/>
                </a:solidFill>
                <a:latin typeface="K2D" panose="00000500000000000000" pitchFamily="2" charset="-34"/>
                <a:ea typeface="+mj-ea"/>
                <a:cs typeface="+mj-cs"/>
              </a:defRPr>
            </a:lvl1pPr>
          </a:lstStyle>
          <a:p>
            <a:r>
              <a:rPr lang="en-US"/>
              <a:t>Tiêu đề</a:t>
            </a:r>
            <a:endParaRPr lang="en-US" dirty="0"/>
          </a:p>
        </p:txBody>
      </p:sp>
      <p:sp>
        <p:nvSpPr>
          <p:cNvPr id="18" name="Subtitle 2"/>
          <p:cNvSpPr>
            <a:spLocks noGrp="1"/>
          </p:cNvSpPr>
          <p:nvPr>
            <p:ph type="subTitle" idx="1" hasCustomPrompt="1"/>
          </p:nvPr>
        </p:nvSpPr>
        <p:spPr>
          <a:xfrm>
            <a:off x="5575298" y="2530474"/>
            <a:ext cx="5959480" cy="3550350"/>
          </a:xfrm>
        </p:spPr>
        <p:txBody>
          <a:bodyPr anchor="t" anchorCtr="0">
            <a:noAutofit/>
          </a:bodyPr>
          <a:lstStyle>
            <a:lvl1pPr marL="0" indent="0" algn="just">
              <a:lnSpc>
                <a:spcPct val="100000"/>
              </a:lnSpc>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pic>
        <p:nvPicPr>
          <p:cNvPr id="22" name="Picture 21"/>
          <p:cNvPicPr>
            <a:picLocks noChangeAspect="1"/>
          </p:cNvPicPr>
          <p:nvPr userDrawn="1"/>
        </p:nvPicPr>
        <p:blipFill>
          <a:blip r:embed="rId2"/>
          <a:stretch>
            <a:fillRect/>
          </a:stretch>
        </p:blipFill>
        <p:spPr>
          <a:xfrm>
            <a:off x="11987783" y="93587"/>
            <a:ext cx="107165" cy="107007"/>
          </a:xfrm>
          <a:prstGeom prst="rect">
            <a:avLst/>
          </a:prstGeom>
        </p:spPr>
      </p:pic>
      <p:sp>
        <p:nvSpPr>
          <p:cNvPr id="23" name="Picture Placeholder 22">
            <a:extLst>
              <a:ext uri="{FF2B5EF4-FFF2-40B4-BE49-F238E27FC236}">
                <a16:creationId xmlns:a16="http://schemas.microsoft.com/office/drawing/2014/main" id="{8A90EEE0-CD8C-2ACB-25F9-50BB8997F9B6}"/>
              </a:ext>
            </a:extLst>
          </p:cNvPr>
          <p:cNvSpPr>
            <a:spLocks noGrp="1"/>
          </p:cNvSpPr>
          <p:nvPr>
            <p:ph type="pic" sz="quarter" idx="12" hasCustomPrompt="1"/>
          </p:nvPr>
        </p:nvSpPr>
        <p:spPr>
          <a:xfrm>
            <a:off x="438976" y="127568"/>
            <a:ext cx="2971800" cy="2971800"/>
          </a:xfrm>
          <a:prstGeom prst="diamond">
            <a:avLst/>
          </a:prstGeom>
          <a:ln>
            <a:noFill/>
          </a:ln>
        </p:spPr>
        <p:txBody>
          <a:bodyPr anchor="ctr" anchorCtr="0">
            <a:normAutofit/>
          </a:bodyPr>
          <a:lstStyle>
            <a:lvl1pPr marL="0" indent="0" algn="ctr">
              <a:buNone/>
              <a:defRPr sz="2400"/>
            </a:lvl1pPr>
          </a:lstStyle>
          <a:p>
            <a:r>
              <a:rPr lang="en-US"/>
              <a:t>Chèn ảnh</a:t>
            </a:r>
          </a:p>
        </p:txBody>
      </p:sp>
      <p:sp>
        <p:nvSpPr>
          <p:cNvPr id="24" name="Picture Placeholder 22">
            <a:extLst>
              <a:ext uri="{FF2B5EF4-FFF2-40B4-BE49-F238E27FC236}">
                <a16:creationId xmlns:a16="http://schemas.microsoft.com/office/drawing/2014/main" id="{DDDAF3A5-8C80-403E-4204-D45A798228F3}"/>
              </a:ext>
            </a:extLst>
          </p:cNvPr>
          <p:cNvSpPr>
            <a:spLocks noGrp="1"/>
          </p:cNvSpPr>
          <p:nvPr>
            <p:ph type="pic" sz="quarter" idx="13" hasCustomPrompt="1"/>
          </p:nvPr>
        </p:nvSpPr>
        <p:spPr>
          <a:xfrm>
            <a:off x="438976" y="3365543"/>
            <a:ext cx="2971800" cy="2971800"/>
          </a:xfrm>
          <a:prstGeom prst="diamond">
            <a:avLst/>
          </a:prstGeom>
          <a:ln>
            <a:noFill/>
          </a:ln>
        </p:spPr>
        <p:txBody>
          <a:bodyPr anchor="ctr" anchorCtr="0">
            <a:normAutofit/>
          </a:bodyPr>
          <a:lstStyle>
            <a:lvl1pPr marL="0" indent="0" algn="ctr">
              <a:buNone/>
              <a:defRPr sz="2400"/>
            </a:lvl1pPr>
          </a:lstStyle>
          <a:p>
            <a:r>
              <a:rPr lang="en-US"/>
              <a:t>Chèn ảnh</a:t>
            </a:r>
          </a:p>
        </p:txBody>
      </p:sp>
      <p:sp>
        <p:nvSpPr>
          <p:cNvPr id="25" name="Picture Placeholder 22">
            <a:extLst>
              <a:ext uri="{FF2B5EF4-FFF2-40B4-BE49-F238E27FC236}">
                <a16:creationId xmlns:a16="http://schemas.microsoft.com/office/drawing/2014/main" id="{1442A5B8-CFC4-5FD2-2AD5-A6E2BE31C3D6}"/>
              </a:ext>
            </a:extLst>
          </p:cNvPr>
          <p:cNvSpPr>
            <a:spLocks noGrp="1"/>
          </p:cNvSpPr>
          <p:nvPr>
            <p:ph type="pic" sz="quarter" idx="14" hasCustomPrompt="1"/>
          </p:nvPr>
        </p:nvSpPr>
        <p:spPr>
          <a:xfrm>
            <a:off x="2032811" y="1752381"/>
            <a:ext cx="2971800" cy="2971800"/>
          </a:xfrm>
          <a:prstGeom prst="diamond">
            <a:avLst/>
          </a:prstGeom>
          <a:ln>
            <a:noFill/>
          </a:ln>
        </p:spPr>
        <p:txBody>
          <a:bodyPr anchor="ctr" anchorCtr="0">
            <a:normAutofit/>
          </a:bodyPr>
          <a:lstStyle>
            <a:lvl1pPr marL="0" indent="0" algn="ctr">
              <a:buNone/>
              <a:defRPr sz="2400"/>
            </a:lvl1pPr>
          </a:lstStyle>
          <a:p>
            <a:r>
              <a:rPr lang="en-US"/>
              <a:t>Chèn ảnh</a:t>
            </a:r>
          </a:p>
        </p:txBody>
      </p:sp>
      <p:pic>
        <p:nvPicPr>
          <p:cNvPr id="26" name="Picture 25">
            <a:extLst>
              <a:ext uri="{FF2B5EF4-FFF2-40B4-BE49-F238E27FC236}">
                <a16:creationId xmlns:a16="http://schemas.microsoft.com/office/drawing/2014/main" id="{18BE5A7E-5F20-6A38-5D19-14DA476864CA}"/>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102776" y="2393663"/>
            <a:ext cx="1716960" cy="1717475"/>
          </a:xfrm>
          <a:prstGeom prst="rect">
            <a:avLst/>
          </a:prstGeom>
        </p:spPr>
      </p:pic>
      <p:sp>
        <p:nvSpPr>
          <p:cNvPr id="2" name="Slide Number Placeholder 5">
            <a:extLst>
              <a:ext uri="{FF2B5EF4-FFF2-40B4-BE49-F238E27FC236}">
                <a16:creationId xmlns:a16="http://schemas.microsoft.com/office/drawing/2014/main" id="{09D97C13-D91F-4682-B432-81FF1B14B495}"/>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2684DFD5-27A7-C363-7007-2DC193A3EAFE}"/>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8316999E-E9FF-973E-7101-9B1C41997646}"/>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766026A7-B4F0-EAA7-6E24-26FFBCA763F1}"/>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8FF0E9D6-6802-7688-2B57-6C08D5DA59C9}"/>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6E658449-E3D8-FD81-A0DE-693514AECD38}"/>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33B45509-564D-FF36-7D23-E19C5706B85B}"/>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034F2291-6314-C1AD-04AC-4C2F36AFBCE5}"/>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60D81222-A6F3-0F0F-54F8-3440A58FEE7D}"/>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15F7985F-5BDC-B2DF-EE61-A86912B6894F}"/>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2" name="Footer Placeholder 4">
            <a:extLst>
              <a:ext uri="{FF2B5EF4-FFF2-40B4-BE49-F238E27FC236}">
                <a16:creationId xmlns:a16="http://schemas.microsoft.com/office/drawing/2014/main" id="{3F3C7577-EE0C-2234-C1BF-DA9C643EE26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9654137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500"/>
                                        <p:tgtEl>
                                          <p:spTgt spid="16"/>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18">
                                            <p:txEl>
                                              <p:pRg st="0" end="0"/>
                                            </p:txEl>
                                          </p:spTgt>
                                        </p:tgtEl>
                                        <p:attrNameLst>
                                          <p:attrName>style.visibility</p:attrName>
                                        </p:attrNameLst>
                                      </p:cBhvr>
                                      <p:to>
                                        <p:strVal val="visible"/>
                                      </p:to>
                                    </p:set>
                                    <p:animEffect transition="in" filter="wipe(left)">
                                      <p:cBhvr>
                                        <p:cTn id="11" dur="500"/>
                                        <p:tgtEl>
                                          <p:spTgt spid="1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8" grpId="0" build="p">
        <p:tmplLst>
          <p:tmpl lvl="1">
            <p:tnLst>
              <p:par>
                <p:cTn presetID="22" presetClass="entr" presetSubtype="8" fill="hold" nodeType="afterEffect">
                  <p:stCondLst>
                    <p:cond delay="0"/>
                  </p:stCondLst>
                  <p:childTnLst>
                    <p:set>
                      <p:cBhvr>
                        <p:cTn dur="1" fill="hold">
                          <p:stCondLst>
                            <p:cond delay="0"/>
                          </p:stCondLst>
                        </p:cTn>
                        <p:tgtEl>
                          <p:spTgt spid="18"/>
                        </p:tgtEl>
                        <p:attrNameLst>
                          <p:attrName>style.visibility</p:attrName>
                        </p:attrNameLst>
                      </p:cBhvr>
                      <p:to>
                        <p:strVal val="visible"/>
                      </p:to>
                    </p:set>
                    <p:animEffect transition="in" filter="wipe(left)">
                      <p:cBhvr>
                        <p:cTn dur="500"/>
                        <p:tgtEl>
                          <p:spTgt spid="18"/>
                        </p:tgtEl>
                      </p:cBhvr>
                    </p:animEffect>
                  </p:childTnLst>
                </p:cTn>
              </p:par>
            </p:tnLst>
          </p:tmpl>
        </p:tmplLst>
      </p:bldP>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ue Left">
    <p:spTree>
      <p:nvGrpSpPr>
        <p:cNvPr id="1" name=""/>
        <p:cNvGrpSpPr/>
        <p:nvPr/>
      </p:nvGrpSpPr>
      <p:grpSpPr>
        <a:xfrm>
          <a:off x="0" y="0"/>
          <a:ext cx="0" cy="0"/>
          <a:chOff x="0" y="0"/>
          <a:chExt cx="0" cy="0"/>
        </a:xfrm>
      </p:grpSpPr>
      <p:grpSp>
        <p:nvGrpSpPr>
          <p:cNvPr id="15" name="Group 14"/>
          <p:cNvGrpSpPr/>
          <p:nvPr userDrawn="1"/>
        </p:nvGrpSpPr>
        <p:grpSpPr>
          <a:xfrm>
            <a:off x="170156" y="134614"/>
            <a:ext cx="3918888" cy="6192390"/>
            <a:chOff x="125766" y="134614"/>
            <a:chExt cx="3918888" cy="6192390"/>
          </a:xfrm>
        </p:grpSpPr>
        <p:sp>
          <p:nvSpPr>
            <p:cNvPr id="16" name="Rectangle 15"/>
            <p:cNvSpPr/>
            <p:nvPr userDrawn="1"/>
          </p:nvSpPr>
          <p:spPr>
            <a:xfrm>
              <a:off x="125766" y="134614"/>
              <a:ext cx="3918888" cy="6192390"/>
            </a:xfrm>
            <a:prstGeom prst="rect">
              <a:avLst/>
            </a:prstGeom>
            <a:solidFill>
              <a:srgbClr val="1F5C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7" name="Rectangle 16"/>
            <p:cNvSpPr/>
            <p:nvPr userDrawn="1"/>
          </p:nvSpPr>
          <p:spPr>
            <a:xfrm>
              <a:off x="125766" y="134614"/>
              <a:ext cx="3918888" cy="54884"/>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sp>
        <p:nvSpPr>
          <p:cNvPr id="3" name="Subtitle 2"/>
          <p:cNvSpPr>
            <a:spLocks noGrp="1"/>
          </p:cNvSpPr>
          <p:nvPr>
            <p:ph type="subTitle" idx="1" hasCustomPrompt="1"/>
          </p:nvPr>
        </p:nvSpPr>
        <p:spPr>
          <a:xfrm>
            <a:off x="423332" y="2190750"/>
            <a:ext cx="3335867" cy="3761528"/>
          </a:xfrm>
        </p:spPr>
        <p:txBody>
          <a:bodyPr>
            <a:normAutofit/>
          </a:bodyPr>
          <a:lstStyle>
            <a:lvl1pPr marL="0" indent="0" algn="l">
              <a:lnSpc>
                <a:spcPct val="100000"/>
              </a:lnSpc>
              <a:buNone/>
              <a:defRPr sz="1600" b="0" i="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2" name="Title 1"/>
          <p:cNvSpPr>
            <a:spLocks noGrp="1"/>
          </p:cNvSpPr>
          <p:nvPr>
            <p:ph type="ctrTitle" hasCustomPrompt="1"/>
          </p:nvPr>
        </p:nvSpPr>
        <p:spPr>
          <a:xfrm>
            <a:off x="423333" y="481807"/>
            <a:ext cx="3335866" cy="1570038"/>
          </a:xfrm>
        </p:spPr>
        <p:txBody>
          <a:bodyPr anchor="b" anchorCtr="0">
            <a:noAutofit/>
          </a:bodyPr>
          <a:lstStyle>
            <a:lvl1pPr algn="l">
              <a:defRPr sz="2800" b="1">
                <a:solidFill>
                  <a:schemeClr val="bg1"/>
                </a:solidFill>
                <a:latin typeface="K2D" panose="00000500000000000000" pitchFamily="2" charset="-34"/>
              </a:defRPr>
            </a:lvl1pPr>
          </a:lstStyle>
          <a:p>
            <a:r>
              <a:rPr lang="en-US"/>
              <a:t>Tiêu đề</a:t>
            </a:r>
            <a:endParaRPr lang="en-US" dirty="0"/>
          </a:p>
        </p:txBody>
      </p:sp>
      <p:sp>
        <p:nvSpPr>
          <p:cNvPr id="10" name="Content Placeholder 9"/>
          <p:cNvSpPr>
            <a:spLocks noGrp="1"/>
          </p:cNvSpPr>
          <p:nvPr>
            <p:ph sz="quarter" idx="12" hasCustomPrompt="1"/>
          </p:nvPr>
        </p:nvSpPr>
        <p:spPr>
          <a:xfrm>
            <a:off x="4210050" y="1233577"/>
            <a:ext cx="7685088" cy="4882552"/>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pic>
        <p:nvPicPr>
          <p:cNvPr id="31" name="Picture 3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857565" y="285479"/>
            <a:ext cx="457200" cy="457200"/>
          </a:xfrm>
          <a:prstGeom prst="rect">
            <a:avLst/>
          </a:prstGeom>
        </p:spPr>
      </p:pic>
      <p:pic>
        <p:nvPicPr>
          <p:cNvPr id="23" name="Picture 22"/>
          <p:cNvPicPr>
            <a:picLocks noChangeAspect="1"/>
          </p:cNvPicPr>
          <p:nvPr userDrawn="1"/>
        </p:nvPicPr>
        <p:blipFill>
          <a:blip r:embed="rId3"/>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555DA46C-D8B6-7CFC-66B8-7CB0661BDC50}"/>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C520D40A-2E3B-C7A9-C896-AB297CD1D502}"/>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90772D73-D33F-3CF1-F2EC-3AB49AB0A3E2}"/>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C3B7BB71-C74C-F574-53FD-686AF1FFDDB1}"/>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D2F3CACD-6A80-FFA4-A1A8-D43F712955F4}"/>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8FAEB09F-CD5E-7ADC-1B2F-8965E3D71282}"/>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1" name="TextBox 10">
              <a:extLst>
                <a:ext uri="{FF2B5EF4-FFF2-40B4-BE49-F238E27FC236}">
                  <a16:creationId xmlns:a16="http://schemas.microsoft.com/office/drawing/2014/main" id="{D6F64E0D-6262-6968-C324-91B0C29DAE29}"/>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2" name="TextBox 11">
            <a:extLst>
              <a:ext uri="{FF2B5EF4-FFF2-40B4-BE49-F238E27FC236}">
                <a16:creationId xmlns:a16="http://schemas.microsoft.com/office/drawing/2014/main" id="{46ACF565-7282-52D8-2F87-9979EB7D22E4}"/>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3" name="Picture 12">
            <a:extLst>
              <a:ext uri="{FF2B5EF4-FFF2-40B4-BE49-F238E27FC236}">
                <a16:creationId xmlns:a16="http://schemas.microsoft.com/office/drawing/2014/main" id="{F5EB52C3-46A3-8597-EB48-A059B972B610}"/>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4" name="Date Placeholder 3">
            <a:extLst>
              <a:ext uri="{FF2B5EF4-FFF2-40B4-BE49-F238E27FC236}">
                <a16:creationId xmlns:a16="http://schemas.microsoft.com/office/drawing/2014/main" id="{F417CD2D-3662-2AA5-03DA-B7DB71FD4D11}"/>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8" name="Footer Placeholder 4">
            <a:extLst>
              <a:ext uri="{FF2B5EF4-FFF2-40B4-BE49-F238E27FC236}">
                <a16:creationId xmlns:a16="http://schemas.microsoft.com/office/drawing/2014/main" id="{176764BE-F724-71A0-BE05-2D8CD35F4D59}"/>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17590626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Top">
    <p:bg>
      <p:bgPr>
        <a:solidFill>
          <a:schemeClr val="bg1"/>
        </a:solidFill>
        <a:effectLst/>
      </p:bgPr>
    </p:bg>
    <p:spTree>
      <p:nvGrpSpPr>
        <p:cNvPr id="1" name=""/>
        <p:cNvGrpSpPr/>
        <p:nvPr/>
      </p:nvGrpSpPr>
      <p:grpSpPr>
        <a:xfrm>
          <a:off x="0" y="0"/>
          <a:ext cx="0" cy="0"/>
          <a:chOff x="0" y="0"/>
          <a:chExt cx="0" cy="0"/>
        </a:xfrm>
      </p:grpSpPr>
      <p:grpSp>
        <p:nvGrpSpPr>
          <p:cNvPr id="4" name="Group 3"/>
          <p:cNvGrpSpPr/>
          <p:nvPr userDrawn="1"/>
        </p:nvGrpSpPr>
        <p:grpSpPr>
          <a:xfrm>
            <a:off x="152386" y="134613"/>
            <a:ext cx="11887228" cy="2275212"/>
            <a:chOff x="125766" y="134611"/>
            <a:chExt cx="3918888" cy="6192393"/>
          </a:xfrm>
        </p:grpSpPr>
        <p:sp>
          <p:nvSpPr>
            <p:cNvPr id="8" name="Rectangle 7"/>
            <p:cNvSpPr/>
            <p:nvPr userDrawn="1"/>
          </p:nvSpPr>
          <p:spPr>
            <a:xfrm>
              <a:off x="125766" y="134614"/>
              <a:ext cx="3918888" cy="6192390"/>
            </a:xfrm>
            <a:prstGeom prst="rect">
              <a:avLst/>
            </a:prstGeom>
            <a:solidFill>
              <a:srgbClr val="1F5C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0" name="Rectangle 19"/>
            <p:cNvSpPr/>
            <p:nvPr userDrawn="1"/>
          </p:nvSpPr>
          <p:spPr>
            <a:xfrm>
              <a:off x="125766" y="134611"/>
              <a:ext cx="3918888" cy="124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sp>
        <p:nvSpPr>
          <p:cNvPr id="3" name="Subtitle 2"/>
          <p:cNvSpPr>
            <a:spLocks noGrp="1"/>
          </p:cNvSpPr>
          <p:nvPr>
            <p:ph type="subTitle" idx="1" hasCustomPrompt="1"/>
          </p:nvPr>
        </p:nvSpPr>
        <p:spPr>
          <a:xfrm>
            <a:off x="6191250" y="465934"/>
            <a:ext cx="5229225" cy="1634339"/>
          </a:xfrm>
        </p:spPr>
        <p:txBody>
          <a:bodyPr wrap="square">
            <a:noAutofit/>
          </a:bodyPr>
          <a:lstStyle>
            <a:lvl1pPr marL="0" indent="0" algn="l">
              <a:lnSpc>
                <a:spcPct val="150000"/>
              </a:lnSpc>
              <a:buNone/>
              <a:defRPr sz="1600" b="0" i="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2" name="Title 1"/>
          <p:cNvSpPr>
            <a:spLocks noGrp="1"/>
          </p:cNvSpPr>
          <p:nvPr>
            <p:ph type="ctrTitle" hasCustomPrompt="1"/>
          </p:nvPr>
        </p:nvSpPr>
        <p:spPr>
          <a:xfrm>
            <a:off x="624705" y="3223632"/>
            <a:ext cx="4928369" cy="1420849"/>
          </a:xfrm>
        </p:spPr>
        <p:txBody>
          <a:bodyPr anchor="b" anchorCtr="0">
            <a:noAutofit/>
          </a:bodyPr>
          <a:lstStyle>
            <a:lvl1pPr algn="l">
              <a:defRPr sz="2800" b="1">
                <a:solidFill>
                  <a:srgbClr val="1F5CA9"/>
                </a:solidFill>
                <a:latin typeface="K2D" panose="00000500000000000000" pitchFamily="2" charset="-34"/>
              </a:defRPr>
            </a:lvl1pPr>
          </a:lstStyle>
          <a:p>
            <a:r>
              <a:rPr lang="en-US"/>
              <a:t>Tiêu đề</a:t>
            </a:r>
            <a:endParaRPr lang="en-US" dirty="0"/>
          </a:p>
        </p:txBody>
      </p:sp>
      <p:sp>
        <p:nvSpPr>
          <p:cNvPr id="9" name="Picture Placeholder 8"/>
          <p:cNvSpPr>
            <a:spLocks noGrp="1"/>
          </p:cNvSpPr>
          <p:nvPr>
            <p:ph type="pic" sz="quarter" idx="12" hasCustomPrompt="1"/>
          </p:nvPr>
        </p:nvSpPr>
        <p:spPr>
          <a:xfrm>
            <a:off x="625089" y="438150"/>
            <a:ext cx="4927600" cy="2619375"/>
          </a:xfrm>
          <a:solidFill>
            <a:schemeClr val="bg1"/>
          </a:solidFill>
          <a:ln w="38100">
            <a:noFill/>
            <a:miter lim="800000"/>
          </a:ln>
        </p:spPr>
        <p:txBody>
          <a:bodyPr anchor="ctr" anchorCtr="0"/>
          <a:lstStyle>
            <a:lvl1pPr marL="0" indent="0" algn="ctr">
              <a:buNone/>
              <a:defRPr/>
            </a:lvl1pPr>
          </a:lstStyle>
          <a:p>
            <a:r>
              <a:rPr lang="en-US"/>
              <a:t>Chèn ảnh</a:t>
            </a:r>
          </a:p>
        </p:txBody>
      </p:sp>
      <p:sp>
        <p:nvSpPr>
          <p:cNvPr id="19" name="Rectangle 18"/>
          <p:cNvSpPr/>
          <p:nvPr userDrawn="1"/>
        </p:nvSpPr>
        <p:spPr>
          <a:xfrm>
            <a:off x="624706" y="3062972"/>
            <a:ext cx="4927984" cy="88554"/>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21" name="Picture 20">
            <a:extLst>
              <a:ext uri="{FF2B5EF4-FFF2-40B4-BE49-F238E27FC236}">
                <a16:creationId xmlns:a16="http://schemas.microsoft.com/office/drawing/2014/main" id="{9DE2B706-8307-6ED5-F877-389B0B297961}"/>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7069466" y="2644402"/>
            <a:ext cx="3453753" cy="3402396"/>
          </a:xfrm>
          <a:prstGeom prst="rect">
            <a:avLst/>
          </a:prstGeom>
        </p:spPr>
      </p:pic>
      <p:pic>
        <p:nvPicPr>
          <p:cNvPr id="37" name="Picture 3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1353815" y="2177429"/>
            <a:ext cx="457200" cy="457200"/>
          </a:xfrm>
          <a:prstGeom prst="rect">
            <a:avLst/>
          </a:prstGeom>
        </p:spPr>
      </p:pic>
      <p:pic>
        <p:nvPicPr>
          <p:cNvPr id="27" name="Picture 26"/>
          <p:cNvPicPr>
            <a:picLocks noChangeAspect="1"/>
          </p:cNvPicPr>
          <p:nvPr userDrawn="1"/>
        </p:nvPicPr>
        <p:blipFill>
          <a:blip r:embed="rId4"/>
          <a:stretch>
            <a:fillRect/>
          </a:stretch>
        </p:blipFill>
        <p:spPr>
          <a:xfrm>
            <a:off x="11987783" y="93587"/>
            <a:ext cx="107165" cy="107007"/>
          </a:xfrm>
          <a:prstGeom prst="rect">
            <a:avLst/>
          </a:prstGeom>
        </p:spPr>
      </p:pic>
      <p:sp>
        <p:nvSpPr>
          <p:cNvPr id="5" name="Slide Number Placeholder 5">
            <a:extLst>
              <a:ext uri="{FF2B5EF4-FFF2-40B4-BE49-F238E27FC236}">
                <a16:creationId xmlns:a16="http://schemas.microsoft.com/office/drawing/2014/main" id="{A5B4C324-3C81-EE05-863B-0BFD10068AD0}"/>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6" name="Rectangle 5">
            <a:extLst>
              <a:ext uri="{FF2B5EF4-FFF2-40B4-BE49-F238E27FC236}">
                <a16:creationId xmlns:a16="http://schemas.microsoft.com/office/drawing/2014/main" id="{7CC62863-B89C-435F-F151-714E85DDC0DE}"/>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7" name="Rectangle 6">
            <a:extLst>
              <a:ext uri="{FF2B5EF4-FFF2-40B4-BE49-F238E27FC236}">
                <a16:creationId xmlns:a16="http://schemas.microsoft.com/office/drawing/2014/main" id="{54D858D0-591A-DB7C-B0CF-EC5885EF6AA5}"/>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0" name="Slide Number Placeholder 5">
            <a:extLst>
              <a:ext uri="{FF2B5EF4-FFF2-40B4-BE49-F238E27FC236}">
                <a16:creationId xmlns:a16="http://schemas.microsoft.com/office/drawing/2014/main" id="{91B9E2AA-8C7B-B434-371B-D07F8E42BC7D}"/>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11" name="Group 10">
            <a:extLst>
              <a:ext uri="{FF2B5EF4-FFF2-40B4-BE49-F238E27FC236}">
                <a16:creationId xmlns:a16="http://schemas.microsoft.com/office/drawing/2014/main" id="{EE048CFE-B19B-7653-369A-1274DDC6A672}"/>
              </a:ext>
            </a:extLst>
          </p:cNvPr>
          <p:cNvGrpSpPr/>
          <p:nvPr userDrawn="1"/>
        </p:nvGrpSpPr>
        <p:grpSpPr>
          <a:xfrm>
            <a:off x="817685" y="6410864"/>
            <a:ext cx="2760487" cy="403790"/>
            <a:chOff x="741485" y="6410864"/>
            <a:chExt cx="2760487" cy="403790"/>
          </a:xfrm>
        </p:grpSpPr>
        <p:sp>
          <p:nvSpPr>
            <p:cNvPr id="12" name="TextBox 11">
              <a:extLst>
                <a:ext uri="{FF2B5EF4-FFF2-40B4-BE49-F238E27FC236}">
                  <a16:creationId xmlns:a16="http://schemas.microsoft.com/office/drawing/2014/main" id="{38B54DA6-059E-42E3-D2C2-7CC236D17F72}"/>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3" name="TextBox 12">
              <a:extLst>
                <a:ext uri="{FF2B5EF4-FFF2-40B4-BE49-F238E27FC236}">
                  <a16:creationId xmlns:a16="http://schemas.microsoft.com/office/drawing/2014/main" id="{B478C257-C905-714F-8D36-7C4FEA7B1012}"/>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4" name="TextBox 13">
            <a:extLst>
              <a:ext uri="{FF2B5EF4-FFF2-40B4-BE49-F238E27FC236}">
                <a16:creationId xmlns:a16="http://schemas.microsoft.com/office/drawing/2014/main" id="{7171E3B6-9344-8EA5-ECCC-B4E2DB489CB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5" name="Picture 14">
            <a:extLst>
              <a:ext uri="{FF2B5EF4-FFF2-40B4-BE49-F238E27FC236}">
                <a16:creationId xmlns:a16="http://schemas.microsoft.com/office/drawing/2014/main" id="{EB4D2815-B553-E7E3-A420-642D631F8509}"/>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6" name="Date Placeholder 3">
            <a:extLst>
              <a:ext uri="{FF2B5EF4-FFF2-40B4-BE49-F238E27FC236}">
                <a16:creationId xmlns:a16="http://schemas.microsoft.com/office/drawing/2014/main" id="{D43C1B86-79CD-A2B3-901F-0E811E86BC41}"/>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7" name="Footer Placeholder 4">
            <a:extLst>
              <a:ext uri="{FF2B5EF4-FFF2-40B4-BE49-F238E27FC236}">
                <a16:creationId xmlns:a16="http://schemas.microsoft.com/office/drawing/2014/main" id="{01990695-EF78-6AB0-E960-0608F2EFCBD6}"/>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4232255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Bottom">
    <p:bg>
      <p:bgPr>
        <a:solidFill>
          <a:schemeClr val="bg1"/>
        </a:solidFill>
        <a:effectLst/>
      </p:bgPr>
    </p:bg>
    <p:spTree>
      <p:nvGrpSpPr>
        <p:cNvPr id="1" name=""/>
        <p:cNvGrpSpPr/>
        <p:nvPr/>
      </p:nvGrpSpPr>
      <p:grpSpPr>
        <a:xfrm>
          <a:off x="0" y="0"/>
          <a:ext cx="0" cy="0"/>
          <a:chOff x="0" y="0"/>
          <a:chExt cx="0" cy="0"/>
        </a:xfrm>
      </p:grpSpPr>
      <p:grpSp>
        <p:nvGrpSpPr>
          <p:cNvPr id="4" name="Group 3"/>
          <p:cNvGrpSpPr/>
          <p:nvPr userDrawn="1"/>
        </p:nvGrpSpPr>
        <p:grpSpPr>
          <a:xfrm>
            <a:off x="152386" y="3979538"/>
            <a:ext cx="11887228" cy="2275212"/>
            <a:chOff x="125766" y="134611"/>
            <a:chExt cx="3918888" cy="6192393"/>
          </a:xfrm>
        </p:grpSpPr>
        <p:sp>
          <p:nvSpPr>
            <p:cNvPr id="8" name="Rectangle 7"/>
            <p:cNvSpPr/>
            <p:nvPr userDrawn="1"/>
          </p:nvSpPr>
          <p:spPr>
            <a:xfrm>
              <a:off x="125766" y="134614"/>
              <a:ext cx="3918888" cy="6192390"/>
            </a:xfrm>
            <a:prstGeom prst="rect">
              <a:avLst/>
            </a:prstGeom>
            <a:solidFill>
              <a:srgbClr val="1F5C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0" name="Rectangle 19"/>
            <p:cNvSpPr/>
            <p:nvPr userDrawn="1"/>
          </p:nvSpPr>
          <p:spPr>
            <a:xfrm>
              <a:off x="125766" y="134611"/>
              <a:ext cx="3918888" cy="124432"/>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sp>
        <p:nvSpPr>
          <p:cNvPr id="3" name="Subtitle 2"/>
          <p:cNvSpPr>
            <a:spLocks noGrp="1"/>
          </p:cNvSpPr>
          <p:nvPr>
            <p:ph type="subTitle" idx="1" hasCustomPrompt="1"/>
          </p:nvPr>
        </p:nvSpPr>
        <p:spPr>
          <a:xfrm>
            <a:off x="741485" y="4229011"/>
            <a:ext cx="5229225" cy="1634339"/>
          </a:xfrm>
        </p:spPr>
        <p:txBody>
          <a:bodyPr>
            <a:normAutofit/>
          </a:bodyPr>
          <a:lstStyle>
            <a:lvl1pPr marL="0" indent="0" algn="l">
              <a:lnSpc>
                <a:spcPct val="150000"/>
              </a:lnSpc>
              <a:buNone/>
              <a:defRPr sz="1600" b="0" i="0">
                <a:solidFill>
                  <a:schemeClr val="bg1"/>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2" name="Title 1"/>
          <p:cNvSpPr>
            <a:spLocks noGrp="1"/>
          </p:cNvSpPr>
          <p:nvPr>
            <p:ph type="ctrTitle" hasCustomPrompt="1"/>
          </p:nvPr>
        </p:nvSpPr>
        <p:spPr>
          <a:xfrm>
            <a:off x="6569891" y="811935"/>
            <a:ext cx="5229225" cy="1420849"/>
          </a:xfrm>
        </p:spPr>
        <p:txBody>
          <a:bodyPr anchor="b" anchorCtr="0">
            <a:noAutofit/>
          </a:bodyPr>
          <a:lstStyle>
            <a:lvl1pPr algn="l">
              <a:defRPr sz="2800" b="1">
                <a:solidFill>
                  <a:srgbClr val="1F5CA9"/>
                </a:solidFill>
                <a:latin typeface="K2D" panose="00000500000000000000" pitchFamily="2" charset="-34"/>
              </a:defRPr>
            </a:lvl1pPr>
          </a:lstStyle>
          <a:p>
            <a:r>
              <a:rPr lang="en-US"/>
              <a:t>Tiêu đề</a:t>
            </a:r>
            <a:endParaRPr lang="en-US" dirty="0"/>
          </a:p>
        </p:txBody>
      </p:sp>
      <p:sp>
        <p:nvSpPr>
          <p:cNvPr id="9" name="Picture Placeholder 8"/>
          <p:cNvSpPr>
            <a:spLocks noGrp="1"/>
          </p:cNvSpPr>
          <p:nvPr>
            <p:ph type="pic" sz="quarter" idx="12" hasCustomPrompt="1"/>
          </p:nvPr>
        </p:nvSpPr>
        <p:spPr>
          <a:xfrm>
            <a:off x="6720704" y="2860675"/>
            <a:ext cx="4927600" cy="2619375"/>
          </a:xfrm>
          <a:solidFill>
            <a:schemeClr val="bg1"/>
          </a:solidFill>
          <a:ln w="38100">
            <a:noFill/>
            <a:miter lim="800000"/>
          </a:ln>
        </p:spPr>
        <p:txBody>
          <a:bodyPr anchor="ctr" anchorCtr="0"/>
          <a:lstStyle>
            <a:lvl1pPr marL="0" indent="0" algn="ctr">
              <a:buNone/>
              <a:defRPr/>
            </a:lvl1pPr>
          </a:lstStyle>
          <a:p>
            <a:r>
              <a:rPr lang="en-US"/>
              <a:t>Chèn ảnh</a:t>
            </a:r>
          </a:p>
        </p:txBody>
      </p:sp>
      <p:sp>
        <p:nvSpPr>
          <p:cNvPr id="19" name="Rectangle 18"/>
          <p:cNvSpPr/>
          <p:nvPr userDrawn="1"/>
        </p:nvSpPr>
        <p:spPr>
          <a:xfrm>
            <a:off x="6720704" y="2772120"/>
            <a:ext cx="4928369" cy="88554"/>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21" name="Picture 20">
            <a:extLst>
              <a:ext uri="{FF2B5EF4-FFF2-40B4-BE49-F238E27FC236}">
                <a16:creationId xmlns:a16="http://schemas.microsoft.com/office/drawing/2014/main" id="{2CD997C6-547B-2702-8F85-89942F1AB17D}"/>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1183842" y="373388"/>
            <a:ext cx="3453753" cy="3402396"/>
          </a:xfrm>
          <a:prstGeom prst="rect">
            <a:avLst/>
          </a:prstGeom>
        </p:spPr>
      </p:pic>
      <p:pic>
        <p:nvPicPr>
          <p:cNvPr id="36" name="Picture 35"/>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222467" y="3759764"/>
            <a:ext cx="457200" cy="457200"/>
          </a:xfrm>
          <a:prstGeom prst="rect">
            <a:avLst/>
          </a:prstGeom>
        </p:spPr>
      </p:pic>
      <p:pic>
        <p:nvPicPr>
          <p:cNvPr id="27" name="Picture 26"/>
          <p:cNvPicPr>
            <a:picLocks noChangeAspect="1"/>
          </p:cNvPicPr>
          <p:nvPr userDrawn="1"/>
        </p:nvPicPr>
        <p:blipFill>
          <a:blip r:embed="rId4"/>
          <a:stretch>
            <a:fillRect/>
          </a:stretch>
        </p:blipFill>
        <p:spPr>
          <a:xfrm>
            <a:off x="11987783" y="93587"/>
            <a:ext cx="107165" cy="107007"/>
          </a:xfrm>
          <a:prstGeom prst="rect">
            <a:avLst/>
          </a:prstGeom>
        </p:spPr>
      </p:pic>
      <p:sp>
        <p:nvSpPr>
          <p:cNvPr id="5" name="Slide Number Placeholder 5">
            <a:extLst>
              <a:ext uri="{FF2B5EF4-FFF2-40B4-BE49-F238E27FC236}">
                <a16:creationId xmlns:a16="http://schemas.microsoft.com/office/drawing/2014/main" id="{4AF876A1-6B11-6FF8-2D84-015F96056B19}"/>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6" name="Rectangle 5">
            <a:extLst>
              <a:ext uri="{FF2B5EF4-FFF2-40B4-BE49-F238E27FC236}">
                <a16:creationId xmlns:a16="http://schemas.microsoft.com/office/drawing/2014/main" id="{29CA6408-9D66-09C4-41AB-00CC1729D300}"/>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7" name="Rectangle 6">
            <a:extLst>
              <a:ext uri="{FF2B5EF4-FFF2-40B4-BE49-F238E27FC236}">
                <a16:creationId xmlns:a16="http://schemas.microsoft.com/office/drawing/2014/main" id="{1E0018DF-49AD-91F7-0DB0-C9BC1261979F}"/>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0" name="Slide Number Placeholder 5">
            <a:extLst>
              <a:ext uri="{FF2B5EF4-FFF2-40B4-BE49-F238E27FC236}">
                <a16:creationId xmlns:a16="http://schemas.microsoft.com/office/drawing/2014/main" id="{A0C13370-E7EC-678E-BD5A-DB77AAE1330C}"/>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11" name="Group 10">
            <a:extLst>
              <a:ext uri="{FF2B5EF4-FFF2-40B4-BE49-F238E27FC236}">
                <a16:creationId xmlns:a16="http://schemas.microsoft.com/office/drawing/2014/main" id="{84E15444-C65B-BCB2-0C08-2D44E08572BC}"/>
              </a:ext>
            </a:extLst>
          </p:cNvPr>
          <p:cNvGrpSpPr/>
          <p:nvPr userDrawn="1"/>
        </p:nvGrpSpPr>
        <p:grpSpPr>
          <a:xfrm>
            <a:off x="817685" y="6410864"/>
            <a:ext cx="2760487" cy="403790"/>
            <a:chOff x="741485" y="6410864"/>
            <a:chExt cx="2760487" cy="403790"/>
          </a:xfrm>
        </p:grpSpPr>
        <p:sp>
          <p:nvSpPr>
            <p:cNvPr id="12" name="TextBox 11">
              <a:extLst>
                <a:ext uri="{FF2B5EF4-FFF2-40B4-BE49-F238E27FC236}">
                  <a16:creationId xmlns:a16="http://schemas.microsoft.com/office/drawing/2014/main" id="{552101A3-77ED-E52F-5EB8-690B6987CDF4}"/>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3" name="TextBox 12">
              <a:extLst>
                <a:ext uri="{FF2B5EF4-FFF2-40B4-BE49-F238E27FC236}">
                  <a16:creationId xmlns:a16="http://schemas.microsoft.com/office/drawing/2014/main" id="{97794B63-DFC9-1FBB-688F-B4BDE18353AD}"/>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4" name="TextBox 13">
            <a:extLst>
              <a:ext uri="{FF2B5EF4-FFF2-40B4-BE49-F238E27FC236}">
                <a16:creationId xmlns:a16="http://schemas.microsoft.com/office/drawing/2014/main" id="{3970B167-68C8-83AC-0439-E32E52CA290E}"/>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5" name="Picture 14">
            <a:extLst>
              <a:ext uri="{FF2B5EF4-FFF2-40B4-BE49-F238E27FC236}">
                <a16:creationId xmlns:a16="http://schemas.microsoft.com/office/drawing/2014/main" id="{D62CD55A-1C1C-F2FF-326E-E4EDF0960961}"/>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6" name="Date Placeholder 3">
            <a:extLst>
              <a:ext uri="{FF2B5EF4-FFF2-40B4-BE49-F238E27FC236}">
                <a16:creationId xmlns:a16="http://schemas.microsoft.com/office/drawing/2014/main" id="{2106D705-167D-4957-B052-389F58C3C7E6}"/>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7" name="Footer Placeholder 4">
            <a:extLst>
              <a:ext uri="{FF2B5EF4-FFF2-40B4-BE49-F238E27FC236}">
                <a16:creationId xmlns:a16="http://schemas.microsoft.com/office/drawing/2014/main" id="{4B50CB5C-9421-8092-B746-31E9C2FB3146}"/>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823943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User Information">
    <p:bg>
      <p:bgPr>
        <a:solidFill>
          <a:schemeClr val="bg1"/>
        </a:solidFill>
        <a:effectLst/>
      </p:bgPr>
    </p:bg>
    <p:spTree>
      <p:nvGrpSpPr>
        <p:cNvPr id="1" name=""/>
        <p:cNvGrpSpPr/>
        <p:nvPr/>
      </p:nvGrpSpPr>
      <p:grpSpPr>
        <a:xfrm>
          <a:off x="0" y="0"/>
          <a:ext cx="0" cy="0"/>
          <a:chOff x="0" y="0"/>
          <a:chExt cx="0" cy="0"/>
        </a:xfrm>
      </p:grpSpPr>
      <p:sp>
        <p:nvSpPr>
          <p:cNvPr id="20" name="Rectangle 19"/>
          <p:cNvSpPr/>
          <p:nvPr userDrawn="1"/>
        </p:nvSpPr>
        <p:spPr>
          <a:xfrm>
            <a:off x="0" y="2580549"/>
            <a:ext cx="12192000" cy="107901"/>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3" name="Subtitle 2"/>
          <p:cNvSpPr>
            <a:spLocks noGrp="1"/>
          </p:cNvSpPr>
          <p:nvPr>
            <p:ph type="subTitle" idx="1" hasCustomPrompt="1"/>
          </p:nvPr>
        </p:nvSpPr>
        <p:spPr>
          <a:xfrm>
            <a:off x="3501972" y="3856819"/>
            <a:ext cx="7445428" cy="2304603"/>
          </a:xfrm>
        </p:spPr>
        <p:txBody>
          <a:bodyPr>
            <a:normAutofit/>
          </a:bodyPr>
          <a:lstStyle>
            <a:lvl1pPr marL="0" indent="0" algn="l">
              <a:lnSpc>
                <a:spcPct val="100000"/>
              </a:lnSpc>
              <a:buNone/>
              <a:defRPr sz="1600" b="0" i="0">
                <a:solidFill>
                  <a:srgbClr val="000000"/>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Các thông tin cá nhân có liên quan</a:t>
            </a:r>
            <a:endParaRPr lang="en-US" dirty="0"/>
          </a:p>
        </p:txBody>
      </p:sp>
      <p:sp>
        <p:nvSpPr>
          <p:cNvPr id="2" name="Title 1"/>
          <p:cNvSpPr>
            <a:spLocks noGrp="1"/>
          </p:cNvSpPr>
          <p:nvPr>
            <p:ph type="ctrTitle" hasCustomPrompt="1"/>
          </p:nvPr>
        </p:nvSpPr>
        <p:spPr>
          <a:xfrm>
            <a:off x="3503437" y="2747660"/>
            <a:ext cx="7443963" cy="904404"/>
          </a:xfrm>
        </p:spPr>
        <p:txBody>
          <a:bodyPr vert="horz" lIns="91440" tIns="45720" rIns="91440" bIns="45720" rtlCol="0" anchor="ctr">
            <a:normAutofit/>
          </a:bodyPr>
          <a:lstStyle>
            <a:lvl1pPr>
              <a:defRPr lang="en-US" sz="3200" b="1" baseline="0" dirty="0">
                <a:solidFill>
                  <a:srgbClr val="1F5CA9"/>
                </a:solidFill>
                <a:latin typeface="K2D" panose="00000500000000000000" pitchFamily="2" charset="-34"/>
                <a:ea typeface="+mn-ea"/>
                <a:cs typeface="+mn-cs"/>
              </a:defRPr>
            </a:lvl1pPr>
          </a:lstStyle>
          <a:p>
            <a:pPr lvl="0"/>
            <a:r>
              <a:rPr lang="en-US"/>
              <a:t>Nhấn vào để chỉnh sửa tên</a:t>
            </a:r>
            <a:endParaRPr lang="en-US" dirty="0"/>
          </a:p>
        </p:txBody>
      </p:sp>
      <p:sp>
        <p:nvSpPr>
          <p:cNvPr id="10" name="Picture Placeholder 9"/>
          <p:cNvSpPr>
            <a:spLocks noGrp="1"/>
          </p:cNvSpPr>
          <p:nvPr>
            <p:ph type="pic" sz="quarter" idx="13" hasCustomPrompt="1"/>
          </p:nvPr>
        </p:nvSpPr>
        <p:spPr>
          <a:xfrm>
            <a:off x="0" y="0"/>
            <a:ext cx="12192000" cy="2584938"/>
          </a:xfrm>
          <a:solidFill>
            <a:schemeClr val="bg1">
              <a:lumMod val="95000"/>
            </a:schemeClr>
          </a:solidFill>
        </p:spPr>
        <p:txBody>
          <a:bodyPr anchor="ctr" anchorCtr="0"/>
          <a:lstStyle>
            <a:lvl1pPr marL="0" indent="0" algn="ctr">
              <a:buNone/>
              <a:defRPr/>
            </a:lvl1pPr>
          </a:lstStyle>
          <a:p>
            <a:r>
              <a:rPr lang="en-US"/>
              <a:t>Ảnh bìa</a:t>
            </a:r>
          </a:p>
        </p:txBody>
      </p:sp>
      <p:sp>
        <p:nvSpPr>
          <p:cNvPr id="9" name="Picture Placeholder 8"/>
          <p:cNvSpPr>
            <a:spLocks noGrp="1"/>
          </p:cNvSpPr>
          <p:nvPr>
            <p:ph type="pic" sz="quarter" idx="12" hasCustomPrompt="1"/>
          </p:nvPr>
        </p:nvSpPr>
        <p:spPr>
          <a:xfrm>
            <a:off x="664144" y="1144291"/>
            <a:ext cx="2601302" cy="2606040"/>
          </a:xfrm>
          <a:prstGeom prst="ellipse">
            <a:avLst/>
          </a:prstGeom>
          <a:solidFill>
            <a:schemeClr val="bg1">
              <a:lumMod val="95000"/>
            </a:schemeClr>
          </a:solidFill>
          <a:ln w="38100">
            <a:solidFill>
              <a:schemeClr val="bg1"/>
            </a:solidFill>
            <a:miter lim="800000"/>
          </a:ln>
        </p:spPr>
        <p:txBody>
          <a:bodyPr anchor="ctr" anchorCtr="0"/>
          <a:lstStyle>
            <a:lvl1pPr marL="0" indent="0" algn="ctr">
              <a:buNone/>
              <a:defRPr/>
            </a:lvl1pPr>
          </a:lstStyle>
          <a:p>
            <a:r>
              <a:rPr lang="en-US"/>
              <a:t>Avatar</a:t>
            </a:r>
          </a:p>
        </p:txBody>
      </p:sp>
      <p:sp>
        <p:nvSpPr>
          <p:cNvPr id="19" name="Rectangle 18"/>
          <p:cNvSpPr/>
          <p:nvPr userDrawn="1"/>
        </p:nvSpPr>
        <p:spPr>
          <a:xfrm>
            <a:off x="3631224" y="3726827"/>
            <a:ext cx="1820007" cy="45719"/>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2" name="Picture Placeholder 11"/>
          <p:cNvSpPr>
            <a:spLocks noGrp="1"/>
          </p:cNvSpPr>
          <p:nvPr>
            <p:ph type="pic" sz="quarter" idx="14" hasCustomPrompt="1"/>
          </p:nvPr>
        </p:nvSpPr>
        <p:spPr>
          <a:xfrm>
            <a:off x="10348756" y="4679980"/>
            <a:ext cx="1574800" cy="1589422"/>
          </a:xfrm>
        </p:spPr>
        <p:txBody>
          <a:bodyPr anchor="ctr" anchorCtr="1"/>
          <a:lstStyle>
            <a:lvl1pPr marL="0" indent="0">
              <a:buNone/>
              <a:defRPr baseline="0">
                <a:latin typeface="K2D" panose="00000500000000000000" pitchFamily="2" charset="-34"/>
              </a:defRPr>
            </a:lvl1pPr>
          </a:lstStyle>
          <a:p>
            <a:r>
              <a:rPr lang="en-US"/>
              <a:t>Mã QR</a:t>
            </a:r>
          </a:p>
        </p:txBody>
      </p:sp>
      <p:pic>
        <p:nvPicPr>
          <p:cNvPr id="21" name="Picture 20">
            <a:extLst>
              <a:ext uri="{FF2B5EF4-FFF2-40B4-BE49-F238E27FC236}">
                <a16:creationId xmlns:a16="http://schemas.microsoft.com/office/drawing/2014/main" id="{A8399B61-C397-6E24-154B-55AEE91F31FA}"/>
              </a:ext>
            </a:extLst>
          </p:cNvPr>
          <p:cNvPicPr>
            <a:picLocks noChangeAspect="1"/>
          </p:cNvPicPr>
          <p:nvPr userDrawn="1"/>
        </p:nvPicPr>
        <p:blipFill>
          <a:blip r:embed="rId2" cstate="print">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839319" y="3749686"/>
            <a:ext cx="2513362" cy="2475989"/>
          </a:xfrm>
          <a:prstGeom prst="rect">
            <a:avLst/>
          </a:prstGeom>
        </p:spPr>
      </p:pic>
      <p:pic>
        <p:nvPicPr>
          <p:cNvPr id="35" name="Picture 3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09872" y="3047462"/>
            <a:ext cx="292100" cy="292100"/>
          </a:xfrm>
          <a:prstGeom prst="rect">
            <a:avLst/>
          </a:prstGeom>
        </p:spPr>
      </p:pic>
      <p:pic>
        <p:nvPicPr>
          <p:cNvPr id="26" name="Picture 25"/>
          <p:cNvPicPr>
            <a:picLocks noChangeAspect="1"/>
          </p:cNvPicPr>
          <p:nvPr userDrawn="1"/>
        </p:nvPicPr>
        <p:blipFill>
          <a:blip r:embed="rId4"/>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678885C0-D685-8BA1-0334-F39B9B68D717}"/>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036DF714-887C-B1B4-0544-F3318FB93600}"/>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245B2670-DCDB-9912-43A9-DB6F7732594F}"/>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10719D13-9667-D80B-8E63-2EAE238785EC}"/>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6D5820E4-D785-554F-4A26-439F94DC39CB}"/>
              </a:ext>
            </a:extLst>
          </p:cNvPr>
          <p:cNvGrpSpPr/>
          <p:nvPr userDrawn="1"/>
        </p:nvGrpSpPr>
        <p:grpSpPr>
          <a:xfrm>
            <a:off x="817685" y="6410864"/>
            <a:ext cx="2760487" cy="403790"/>
            <a:chOff x="741485" y="6410864"/>
            <a:chExt cx="2760487" cy="403790"/>
          </a:xfrm>
        </p:grpSpPr>
        <p:sp>
          <p:nvSpPr>
            <p:cNvPr id="11" name="TextBox 10">
              <a:extLst>
                <a:ext uri="{FF2B5EF4-FFF2-40B4-BE49-F238E27FC236}">
                  <a16:creationId xmlns:a16="http://schemas.microsoft.com/office/drawing/2014/main" id="{72173FE2-FAF0-8CC7-CB52-0A02CAB31B9F}"/>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3" name="TextBox 12">
              <a:extLst>
                <a:ext uri="{FF2B5EF4-FFF2-40B4-BE49-F238E27FC236}">
                  <a16:creationId xmlns:a16="http://schemas.microsoft.com/office/drawing/2014/main" id="{EAC9A41C-6FE6-99FD-63A0-4F13214472F2}"/>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4" name="TextBox 13">
            <a:extLst>
              <a:ext uri="{FF2B5EF4-FFF2-40B4-BE49-F238E27FC236}">
                <a16:creationId xmlns:a16="http://schemas.microsoft.com/office/drawing/2014/main" id="{AE355810-09A4-7711-CAE0-3B52F9B0F7A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5" name="Picture 14">
            <a:extLst>
              <a:ext uri="{FF2B5EF4-FFF2-40B4-BE49-F238E27FC236}">
                <a16:creationId xmlns:a16="http://schemas.microsoft.com/office/drawing/2014/main" id="{7CFD61F0-56D5-64BF-42C1-A40A09A1EC80}"/>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6" name="Date Placeholder 3">
            <a:extLst>
              <a:ext uri="{FF2B5EF4-FFF2-40B4-BE49-F238E27FC236}">
                <a16:creationId xmlns:a16="http://schemas.microsoft.com/office/drawing/2014/main" id="{DD9E8BE1-8359-B3EB-76B9-E21898BB1182}"/>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7" name="Footer Placeholder 4">
            <a:extLst>
              <a:ext uri="{FF2B5EF4-FFF2-40B4-BE49-F238E27FC236}">
                <a16:creationId xmlns:a16="http://schemas.microsoft.com/office/drawing/2014/main" id="{D8313AA7-7AE7-BBBB-D161-E7992A58C09F}"/>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6855047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9788" y="365125"/>
            <a:ext cx="10515600" cy="938865"/>
          </a:xfrm>
        </p:spPr>
        <p:txBody>
          <a:bodyPr vert="horz" lIns="91440" tIns="45720" rIns="91440" bIns="45720" rtlCol="0" anchor="ctr">
            <a:normAutofit/>
          </a:bodyPr>
          <a:lstStyle>
            <a:lvl1pPr>
              <a:defRPr lang="en-US" sz="3600" b="1" baseline="0" dirty="0">
                <a:solidFill>
                  <a:srgbClr val="1F5CA9"/>
                </a:solidFill>
                <a:latin typeface="K2D" panose="00000500000000000000" pitchFamily="2" charset="-34"/>
                <a:ea typeface="+mn-ea"/>
                <a:cs typeface="+mn-cs"/>
              </a:defRPr>
            </a:lvl1pPr>
          </a:lstStyle>
          <a:p>
            <a:pPr lvl="0"/>
            <a:r>
              <a:rPr lang="en-US"/>
              <a:t>Tiêu đề</a:t>
            </a:r>
            <a:endParaRPr lang="en-US" dirty="0"/>
          </a:p>
        </p:txBody>
      </p:sp>
      <p:sp>
        <p:nvSpPr>
          <p:cNvPr id="3" name="Text Placeholder 2"/>
          <p:cNvSpPr>
            <a:spLocks noGrp="1"/>
          </p:cNvSpPr>
          <p:nvPr>
            <p:ph type="body" idx="1" hasCustomPrompt="1"/>
          </p:nvPr>
        </p:nvSpPr>
        <p:spPr>
          <a:xfrm>
            <a:off x="839789" y="1919678"/>
            <a:ext cx="5046661" cy="823912"/>
          </a:xfrm>
        </p:spPr>
        <p:txBody>
          <a:bodyPr anchor="b">
            <a:normAutofit/>
          </a:bodyPr>
          <a:lstStyle>
            <a:lvl1pPr marL="0" indent="0">
              <a:buNone/>
              <a:defRPr lang="en-US" sz="2800" b="1" kern="1200" dirty="0" smtClean="0">
                <a:solidFill>
                  <a:srgbClr val="00AFEF"/>
                </a:solidFill>
                <a:latin typeface="K2D" panose="00000500000000000000" pitchFamily="2" charset="-34"/>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Tiêu đề phụ 1</a:t>
            </a:r>
            <a:endParaRPr lang="en-US" dirty="0"/>
          </a:p>
        </p:txBody>
      </p:sp>
      <p:sp>
        <p:nvSpPr>
          <p:cNvPr id="15" name="Content Placeholder 9"/>
          <p:cNvSpPr>
            <a:spLocks noGrp="1"/>
          </p:cNvSpPr>
          <p:nvPr>
            <p:ph sz="quarter" idx="12" hasCustomPrompt="1"/>
          </p:nvPr>
        </p:nvSpPr>
        <p:spPr>
          <a:xfrm>
            <a:off x="839788" y="3006726"/>
            <a:ext cx="5046662" cy="3109402"/>
          </a:xfrm>
        </p:spPr>
        <p:txBody>
          <a:bodyPr>
            <a:normAutofit/>
          </a:bodyPr>
          <a:lstStyle>
            <a:lvl1pPr marL="0" indent="0">
              <a:buNone/>
              <a:defRPr sz="2000" b="0" i="0">
                <a:latin typeface="Readex Pro" pitchFamily="2" charset="-78"/>
                <a:cs typeface="Readex Pro" pitchFamily="2" charset="-78"/>
              </a:defRPr>
            </a:lvl1pPr>
            <a:lvl2pPr marL="457200" indent="0">
              <a:buNone/>
              <a:defRPr sz="1800" b="0" i="0">
                <a:latin typeface="Readex Pro" pitchFamily="2" charset="-78"/>
                <a:cs typeface="Readex Pro" pitchFamily="2" charset="-78"/>
              </a:defRPr>
            </a:lvl2pPr>
            <a:lvl3pPr marL="914400" indent="0">
              <a:buNone/>
              <a:defRPr sz="1600" b="0" i="0">
                <a:latin typeface="Readex Pro" pitchFamily="2" charset="-78"/>
                <a:cs typeface="Readex Pro" pitchFamily="2" charset="-78"/>
              </a:defRPr>
            </a:lvl3pPr>
            <a:lvl4pPr marL="1371600" indent="0">
              <a:buNone/>
              <a:defRPr sz="1400" b="0" i="0">
                <a:latin typeface="Readex Pro" pitchFamily="2" charset="-78"/>
                <a:cs typeface="Readex Pro" pitchFamily="2" charset="-78"/>
              </a:defRPr>
            </a:lvl4pPr>
            <a:lvl5pPr marL="1828800" indent="0">
              <a:buNone/>
              <a:defRPr sz="1400" b="0" i="0">
                <a:latin typeface="Readex Pro" pitchFamily="2" charset="-78"/>
                <a:cs typeface="Readex Pro" pitchFamily="2" charset="-78"/>
              </a:defRPr>
            </a:lvl5pPr>
          </a:lstStyle>
          <a:p>
            <a:pPr lvl="0"/>
            <a:r>
              <a:rPr lang="en-US"/>
              <a:t>Nội dung</a:t>
            </a:r>
            <a:endParaRPr lang="en-US" dirty="0"/>
          </a:p>
        </p:txBody>
      </p:sp>
      <p:sp>
        <p:nvSpPr>
          <p:cNvPr id="22" name="Text Placeholder 2"/>
          <p:cNvSpPr>
            <a:spLocks noGrp="1"/>
          </p:cNvSpPr>
          <p:nvPr>
            <p:ph type="body" idx="13" hasCustomPrompt="1"/>
          </p:nvPr>
        </p:nvSpPr>
        <p:spPr>
          <a:xfrm>
            <a:off x="6308727" y="1919678"/>
            <a:ext cx="5046661" cy="823912"/>
          </a:xfrm>
        </p:spPr>
        <p:txBody>
          <a:bodyPr anchor="b">
            <a:normAutofit/>
          </a:bodyPr>
          <a:lstStyle>
            <a:lvl1pPr marL="0" indent="0">
              <a:buNone/>
              <a:defRPr lang="en-US" sz="2800" b="1" kern="1200" dirty="0" smtClean="0">
                <a:solidFill>
                  <a:srgbClr val="00AFEF"/>
                </a:solidFill>
                <a:latin typeface="K2D" panose="00000500000000000000" pitchFamily="2" charset="-34"/>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Tiêu đề phụ 2</a:t>
            </a:r>
            <a:endParaRPr lang="en-US" dirty="0"/>
          </a:p>
        </p:txBody>
      </p:sp>
      <p:sp>
        <p:nvSpPr>
          <p:cNvPr id="23" name="Content Placeholder 9"/>
          <p:cNvSpPr>
            <a:spLocks noGrp="1"/>
          </p:cNvSpPr>
          <p:nvPr>
            <p:ph sz="quarter" idx="14" hasCustomPrompt="1"/>
          </p:nvPr>
        </p:nvSpPr>
        <p:spPr>
          <a:xfrm>
            <a:off x="6308726" y="3006726"/>
            <a:ext cx="5046662" cy="3109402"/>
          </a:xfrm>
        </p:spPr>
        <p:txBody>
          <a:bodyPr>
            <a:normAutofit/>
          </a:bodyPr>
          <a:lstStyle>
            <a:lvl1pPr marL="0" indent="0">
              <a:buNone/>
              <a:defRPr sz="2000" b="0" i="0">
                <a:latin typeface="Readex Pro" pitchFamily="2" charset="-78"/>
                <a:cs typeface="Readex Pro" pitchFamily="2" charset="-78"/>
              </a:defRPr>
            </a:lvl1pPr>
            <a:lvl2pPr marL="457200" indent="0">
              <a:buNone/>
              <a:defRPr sz="1800" b="0" i="0">
                <a:latin typeface="Readex Pro" pitchFamily="2" charset="-78"/>
                <a:cs typeface="Readex Pro" pitchFamily="2" charset="-78"/>
              </a:defRPr>
            </a:lvl2pPr>
            <a:lvl3pPr marL="914400" indent="0">
              <a:buNone/>
              <a:defRPr sz="1600" b="0" i="0">
                <a:latin typeface="Readex Pro" pitchFamily="2" charset="-78"/>
                <a:cs typeface="Readex Pro" pitchFamily="2" charset="-78"/>
              </a:defRPr>
            </a:lvl3pPr>
            <a:lvl4pPr marL="1371600" indent="0">
              <a:buNone/>
              <a:defRPr sz="1400" b="0" i="0">
                <a:latin typeface="Readex Pro" pitchFamily="2" charset="-78"/>
                <a:cs typeface="Readex Pro" pitchFamily="2" charset="-78"/>
              </a:defRPr>
            </a:lvl4pPr>
            <a:lvl5pPr marL="1828800" indent="0">
              <a:buNone/>
              <a:defRPr sz="1400" b="0" i="0">
                <a:latin typeface="Readex Pro" pitchFamily="2" charset="-78"/>
                <a:cs typeface="Readex Pro" pitchFamily="2" charset="-78"/>
              </a:defRPr>
            </a:lvl5pPr>
          </a:lstStyle>
          <a:p>
            <a:pPr lvl="0"/>
            <a:r>
              <a:rPr lang="en-US"/>
              <a:t>Nội dung</a:t>
            </a:r>
            <a:endParaRPr lang="en-US" dirty="0"/>
          </a:p>
        </p:txBody>
      </p:sp>
      <p:pic>
        <p:nvPicPr>
          <p:cNvPr id="32" name="Picture 3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8656" y="688507"/>
            <a:ext cx="292100" cy="292100"/>
          </a:xfrm>
          <a:prstGeom prst="rect">
            <a:avLst/>
          </a:prstGeom>
        </p:spPr>
      </p:pic>
      <p:pic>
        <p:nvPicPr>
          <p:cNvPr id="25" name="Picture 24"/>
          <p:cNvPicPr>
            <a:picLocks noChangeAspect="1"/>
          </p:cNvPicPr>
          <p:nvPr userDrawn="1"/>
        </p:nvPicPr>
        <p:blipFill>
          <a:blip r:embed="rId3"/>
          <a:stretch>
            <a:fillRect/>
          </a:stretch>
        </p:blipFill>
        <p:spPr>
          <a:xfrm>
            <a:off x="11987783" y="93587"/>
            <a:ext cx="107165" cy="107007"/>
          </a:xfrm>
          <a:prstGeom prst="rect">
            <a:avLst/>
          </a:prstGeom>
        </p:spPr>
      </p:pic>
      <p:sp>
        <p:nvSpPr>
          <p:cNvPr id="4" name="Slide Number Placeholder 5">
            <a:extLst>
              <a:ext uri="{FF2B5EF4-FFF2-40B4-BE49-F238E27FC236}">
                <a16:creationId xmlns:a16="http://schemas.microsoft.com/office/drawing/2014/main" id="{6A9BD5AE-860A-11DA-EDCF-22268C7C9A86}"/>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5" name="Rectangle 4">
            <a:extLst>
              <a:ext uri="{FF2B5EF4-FFF2-40B4-BE49-F238E27FC236}">
                <a16:creationId xmlns:a16="http://schemas.microsoft.com/office/drawing/2014/main" id="{03650682-E7A5-4FC0-F3BE-BB9A232438AB}"/>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6" name="Rectangle 5">
            <a:extLst>
              <a:ext uri="{FF2B5EF4-FFF2-40B4-BE49-F238E27FC236}">
                <a16:creationId xmlns:a16="http://schemas.microsoft.com/office/drawing/2014/main" id="{B29D63CC-5B2D-403A-2D8D-77E5D2B61085}"/>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7" name="Slide Number Placeholder 5">
            <a:extLst>
              <a:ext uri="{FF2B5EF4-FFF2-40B4-BE49-F238E27FC236}">
                <a16:creationId xmlns:a16="http://schemas.microsoft.com/office/drawing/2014/main" id="{DE5D36C9-D247-9D20-3BF2-F3349DFE29EF}"/>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B63E65D7-4824-ED09-532B-9FC7698CEF88}"/>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8D6AB20A-6E3F-4D3A-66A0-FB26AD4A104F}"/>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0" name="TextBox 9">
              <a:extLst>
                <a:ext uri="{FF2B5EF4-FFF2-40B4-BE49-F238E27FC236}">
                  <a16:creationId xmlns:a16="http://schemas.microsoft.com/office/drawing/2014/main" id="{54847801-603B-FBC5-F985-AE9459E3CD4E}"/>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C8F14B01-E23B-BFC7-B317-7E21D60D518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4B56432E-6829-4DE3-60A2-6B8BBDC6B4B4}"/>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187C7D7A-D6B4-F348-B4E4-CA33AB53AD58}"/>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4" name="Footer Placeholder 4">
            <a:extLst>
              <a:ext uri="{FF2B5EF4-FFF2-40B4-BE49-F238E27FC236}">
                <a16:creationId xmlns:a16="http://schemas.microsoft.com/office/drawing/2014/main" id="{19648BD2-EBDF-9F5F-296A-DFCA3F0BF82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16694615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allery">
    <p:spTree>
      <p:nvGrpSpPr>
        <p:cNvPr id="1" name=""/>
        <p:cNvGrpSpPr/>
        <p:nvPr/>
      </p:nvGrpSpPr>
      <p:grpSpPr>
        <a:xfrm>
          <a:off x="0" y="0"/>
          <a:ext cx="0" cy="0"/>
          <a:chOff x="0" y="0"/>
          <a:chExt cx="0" cy="0"/>
        </a:xfrm>
      </p:grpSpPr>
      <p:sp>
        <p:nvSpPr>
          <p:cNvPr id="10" name="Picture Placeholder 3"/>
          <p:cNvSpPr>
            <a:spLocks noGrp="1"/>
          </p:cNvSpPr>
          <p:nvPr>
            <p:ph type="pic" sz="quarter" idx="13" hasCustomPrompt="1"/>
          </p:nvPr>
        </p:nvSpPr>
        <p:spPr>
          <a:xfrm>
            <a:off x="741487" y="465301"/>
            <a:ext cx="3657600" cy="2743200"/>
          </a:xfrm>
          <a:ln w="57150">
            <a:solidFill>
              <a:schemeClr val="bg1">
                <a:lumMod val="95000"/>
              </a:schemeClr>
            </a:solidFill>
            <a:miter lim="800000"/>
          </a:ln>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lang="en-US" sz="2400" b="0" i="0" kern="1200" baseline="0" dirty="0">
                <a:solidFill>
                  <a:schemeClr val="tx1"/>
                </a:solidFill>
                <a:latin typeface="Readex Pro" pitchFamily="2" charset="-78"/>
                <a:ea typeface="+mn-ea"/>
                <a:cs typeface="Readex Pro" pitchFamily="2" charset="-78"/>
              </a:defRPr>
            </a:lvl1pPr>
          </a:lstStyle>
          <a:p>
            <a:r>
              <a:rPr lang="en-US"/>
              <a:t>Chèn ảnh</a:t>
            </a:r>
            <a:endParaRPr lang="en-US" dirty="0"/>
          </a:p>
        </p:txBody>
      </p:sp>
      <p:sp>
        <p:nvSpPr>
          <p:cNvPr id="17" name="Picture Placeholder 4"/>
          <p:cNvSpPr>
            <a:spLocks noGrp="1"/>
          </p:cNvSpPr>
          <p:nvPr>
            <p:ph type="pic" sz="quarter" idx="12" hasCustomPrompt="1"/>
          </p:nvPr>
        </p:nvSpPr>
        <p:spPr>
          <a:xfrm>
            <a:off x="4678998" y="465301"/>
            <a:ext cx="3571623" cy="2743200"/>
          </a:xfrm>
          <a:ln w="57150">
            <a:solidFill>
              <a:schemeClr val="bg1">
                <a:lumMod val="95000"/>
              </a:schemeClr>
            </a:solidFill>
            <a:miter lim="800000"/>
          </a:ln>
        </p:spPr>
        <p:txBody>
          <a:bodyPr vert="horz" lIns="91440" tIns="45720" rIns="91440" bIns="45720" rtlCol="0" anchor="ctr" anchorCtr="0">
            <a:normAutofit/>
          </a:bodyPr>
          <a:lstStyle>
            <a:lvl1pPr marL="0" indent="0">
              <a:buNone/>
              <a:defRPr lang="en-US" sz="2400" baseline="0" smtClean="0"/>
            </a:lvl1pPr>
          </a:lstStyle>
          <a:p>
            <a:pPr lvl="0" algn="ctr"/>
            <a:r>
              <a:rPr lang="en-US"/>
              <a:t>Chèn ảnh</a:t>
            </a:r>
          </a:p>
        </p:txBody>
      </p:sp>
      <p:sp>
        <p:nvSpPr>
          <p:cNvPr id="18" name="Picture Placeholder 5"/>
          <p:cNvSpPr>
            <a:spLocks noGrp="1"/>
          </p:cNvSpPr>
          <p:nvPr>
            <p:ph type="pic" sz="quarter" idx="15" hasCustomPrompt="1"/>
          </p:nvPr>
        </p:nvSpPr>
        <p:spPr>
          <a:xfrm>
            <a:off x="8530533" y="474155"/>
            <a:ext cx="2743200" cy="2743200"/>
          </a:xfrm>
          <a:ln w="57150">
            <a:solidFill>
              <a:schemeClr val="bg1">
                <a:lumMod val="95000"/>
              </a:schemeClr>
            </a:solidFill>
            <a:miter lim="800000"/>
          </a:ln>
        </p:spPr>
        <p:txBody>
          <a:bodyPr vert="horz" lIns="91440" tIns="45720" rIns="91440" bIns="45720" rtlCol="0" anchor="ctr" anchorCtr="0">
            <a:normAutofit/>
          </a:bodyPr>
          <a:lstStyle>
            <a:lvl1pPr marL="0" indent="0">
              <a:buNone/>
              <a:defRPr lang="en-US" sz="2400" baseline="0" smtClean="0"/>
            </a:lvl1pPr>
          </a:lstStyle>
          <a:p>
            <a:pPr lvl="0" algn="ctr"/>
            <a:r>
              <a:rPr lang="en-US"/>
              <a:t>Chèn ảnh</a:t>
            </a:r>
          </a:p>
        </p:txBody>
      </p:sp>
      <p:sp>
        <p:nvSpPr>
          <p:cNvPr id="20" name="Picture Placeholder 7"/>
          <p:cNvSpPr>
            <a:spLocks noGrp="1"/>
          </p:cNvSpPr>
          <p:nvPr>
            <p:ph type="pic" sz="quarter" idx="14" hasCustomPrompt="1"/>
          </p:nvPr>
        </p:nvSpPr>
        <p:spPr>
          <a:xfrm>
            <a:off x="7484734" y="3450874"/>
            <a:ext cx="3788999" cy="2743200"/>
          </a:xfrm>
          <a:ln w="57150">
            <a:solidFill>
              <a:schemeClr val="bg1">
                <a:lumMod val="95000"/>
              </a:schemeClr>
            </a:solidFill>
            <a:miter lim="800000"/>
          </a:ln>
        </p:spPr>
        <p:txBody>
          <a:bodyPr vert="horz" lIns="91440" tIns="45720" rIns="91440" bIns="45720" rtlCol="0" anchor="ctr" anchorCtr="0">
            <a:normAutofit/>
          </a:bodyPr>
          <a:lstStyle>
            <a:lvl1pPr marL="0" indent="0">
              <a:buNone/>
              <a:defRPr lang="en-US" sz="2400" baseline="0" smtClean="0"/>
            </a:lvl1pPr>
          </a:lstStyle>
          <a:p>
            <a:pPr lvl="0" algn="ctr"/>
            <a:r>
              <a:rPr lang="en-US"/>
              <a:t>Chèn ảnh</a:t>
            </a:r>
          </a:p>
        </p:txBody>
      </p:sp>
      <p:sp>
        <p:nvSpPr>
          <p:cNvPr id="21" name="Picture Placeholder 8"/>
          <p:cNvSpPr>
            <a:spLocks noGrp="1"/>
          </p:cNvSpPr>
          <p:nvPr>
            <p:ph type="pic" sz="quarter" idx="16" hasCustomPrompt="1"/>
          </p:nvPr>
        </p:nvSpPr>
        <p:spPr>
          <a:xfrm>
            <a:off x="741485" y="3450874"/>
            <a:ext cx="6477000" cy="2743200"/>
          </a:xfrm>
          <a:ln w="57150">
            <a:solidFill>
              <a:schemeClr val="bg1">
                <a:lumMod val="95000"/>
              </a:schemeClr>
            </a:solidFill>
            <a:miter lim="800000"/>
          </a:ln>
        </p:spPr>
        <p:txBody>
          <a:bodyPr vert="horz" lIns="91440" tIns="45720" rIns="91440" bIns="45720" rtlCol="0" anchor="ctr" anchorCtr="0">
            <a:normAutofit/>
          </a:bodyPr>
          <a:lstStyle>
            <a:lvl1pPr marL="0" indent="0">
              <a:buNone/>
              <a:defRPr lang="en-US" sz="2400" baseline="0" smtClean="0"/>
            </a:lvl1pPr>
          </a:lstStyle>
          <a:p>
            <a:pPr lvl="0" algn="ctr"/>
            <a:r>
              <a:rPr lang="en-US"/>
              <a:t>Chèn ảnh</a:t>
            </a:r>
          </a:p>
        </p:txBody>
      </p:sp>
      <p:pic>
        <p:nvPicPr>
          <p:cNvPr id="19" name="Picture 18"/>
          <p:cNvPicPr>
            <a:picLocks noChangeAspect="1"/>
          </p:cNvPicPr>
          <p:nvPr userDrawn="1"/>
        </p:nvPicPr>
        <p:blipFill>
          <a:blip r:embed="rId2"/>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331D2F5E-B4B4-4F13-5B40-6B34D4077BF7}"/>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DE28C786-22D7-B802-E1CD-F76CACF14CCC}"/>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2747DAB2-9527-687A-8677-8F0D90CD7841}"/>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00F80466-9EFF-A73A-B6DE-D269BCE066A2}"/>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A43337E1-C74F-3AB9-3062-C33D866163BD}"/>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7812D348-DF45-A829-E72D-196DEC172D7E}"/>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DA8F8196-C024-0B7C-46F7-739B24E5DBFB}"/>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FA860906-4DB7-35A0-12A0-880FE34D0611}"/>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FAD6CDF9-3E97-FB61-7CE7-3D09FA86D7A3}"/>
              </a:ext>
            </a:extLst>
          </p:cNvPr>
          <p:cNvPicPr>
            <a:picLocks noChangeAspect="1"/>
          </p:cNvPicPr>
          <p:nvPr userDrawn="1"/>
        </p:nvPicPr>
        <p:blipFill>
          <a:blip r:embed="rId3"/>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6218C02C-39DB-9A5F-95CB-0C3CAB083277}"/>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3" name="Footer Placeholder 4">
            <a:extLst>
              <a:ext uri="{FF2B5EF4-FFF2-40B4-BE49-F238E27FC236}">
                <a16:creationId xmlns:a16="http://schemas.microsoft.com/office/drawing/2014/main" id="{14506B3F-1DF2-A2B1-B917-52BD9BA9F29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556976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1000" fill="hold"/>
                                        <p:tgtEl>
                                          <p:spTgt spid="10"/>
                                        </p:tgtEl>
                                        <p:attrNameLst>
                                          <p:attrName>ppt_w</p:attrName>
                                        </p:attrNameLst>
                                      </p:cBhvr>
                                      <p:tavLst>
                                        <p:tav tm="0">
                                          <p:val>
                                            <p:fltVal val="0"/>
                                          </p:val>
                                        </p:tav>
                                        <p:tav tm="100000">
                                          <p:val>
                                            <p:strVal val="#ppt_w"/>
                                          </p:val>
                                        </p:tav>
                                      </p:tavLst>
                                    </p:anim>
                                    <p:anim calcmode="lin" valueType="num">
                                      <p:cBhvr>
                                        <p:cTn id="8" dur="1000" fill="hold"/>
                                        <p:tgtEl>
                                          <p:spTgt spid="10"/>
                                        </p:tgtEl>
                                        <p:attrNameLst>
                                          <p:attrName>ppt_h</p:attrName>
                                        </p:attrNameLst>
                                      </p:cBhvr>
                                      <p:tavLst>
                                        <p:tav tm="0">
                                          <p:val>
                                            <p:fltVal val="0"/>
                                          </p:val>
                                        </p:tav>
                                        <p:tav tm="100000">
                                          <p:val>
                                            <p:strVal val="#ppt_h"/>
                                          </p:val>
                                        </p:tav>
                                      </p:tavLst>
                                    </p:anim>
                                    <p:animEffect transition="in" filter="fade">
                                      <p:cBhvr>
                                        <p:cTn id="9" dur="1000"/>
                                        <p:tgtEl>
                                          <p:spTgt spid="10"/>
                                        </p:tgtEl>
                                      </p:cBhvr>
                                    </p:animEffect>
                                  </p:childTnLst>
                                </p:cTn>
                              </p:par>
                              <p:par>
                                <p:cTn id="10" presetID="53" presetClass="entr" presetSubtype="16" fill="hold" nodeType="withEffect">
                                  <p:stCondLst>
                                    <p:cond delay="0"/>
                                  </p:stCondLst>
                                  <p:childTnLst>
                                    <p:set>
                                      <p:cBhvr>
                                        <p:cTn id="11" dur="1" fill="hold">
                                          <p:stCondLst>
                                            <p:cond delay="0"/>
                                          </p:stCondLst>
                                        </p:cTn>
                                        <p:tgtEl>
                                          <p:spTgt spid="17"/>
                                        </p:tgtEl>
                                        <p:attrNameLst>
                                          <p:attrName>style.visibility</p:attrName>
                                        </p:attrNameLst>
                                      </p:cBhvr>
                                      <p:to>
                                        <p:strVal val="visible"/>
                                      </p:to>
                                    </p:set>
                                    <p:anim calcmode="lin" valueType="num">
                                      <p:cBhvr>
                                        <p:cTn id="12" dur="1000" fill="hold"/>
                                        <p:tgtEl>
                                          <p:spTgt spid="17"/>
                                        </p:tgtEl>
                                        <p:attrNameLst>
                                          <p:attrName>ppt_w</p:attrName>
                                        </p:attrNameLst>
                                      </p:cBhvr>
                                      <p:tavLst>
                                        <p:tav tm="0">
                                          <p:val>
                                            <p:fltVal val="0"/>
                                          </p:val>
                                        </p:tav>
                                        <p:tav tm="100000">
                                          <p:val>
                                            <p:strVal val="#ppt_w"/>
                                          </p:val>
                                        </p:tav>
                                      </p:tavLst>
                                    </p:anim>
                                    <p:anim calcmode="lin" valueType="num">
                                      <p:cBhvr>
                                        <p:cTn id="13" dur="1000" fill="hold"/>
                                        <p:tgtEl>
                                          <p:spTgt spid="17"/>
                                        </p:tgtEl>
                                        <p:attrNameLst>
                                          <p:attrName>ppt_h</p:attrName>
                                        </p:attrNameLst>
                                      </p:cBhvr>
                                      <p:tavLst>
                                        <p:tav tm="0">
                                          <p:val>
                                            <p:fltVal val="0"/>
                                          </p:val>
                                        </p:tav>
                                        <p:tav tm="100000">
                                          <p:val>
                                            <p:strVal val="#ppt_h"/>
                                          </p:val>
                                        </p:tav>
                                      </p:tavLst>
                                    </p:anim>
                                    <p:animEffect transition="in" filter="fade">
                                      <p:cBhvr>
                                        <p:cTn id="14" dur="1000"/>
                                        <p:tgtEl>
                                          <p:spTgt spid="17"/>
                                        </p:tgtEl>
                                      </p:cBhvr>
                                    </p:animEffect>
                                  </p:childTnLst>
                                </p:cTn>
                              </p:par>
                              <p:par>
                                <p:cTn id="15" presetID="53" presetClass="entr" presetSubtype="16" fill="hold" nodeType="withEffect">
                                  <p:stCondLst>
                                    <p:cond delay="0"/>
                                  </p:stCondLst>
                                  <p:childTnLst>
                                    <p:set>
                                      <p:cBhvr>
                                        <p:cTn id="16" dur="1" fill="hold">
                                          <p:stCondLst>
                                            <p:cond delay="0"/>
                                          </p:stCondLst>
                                        </p:cTn>
                                        <p:tgtEl>
                                          <p:spTgt spid="18"/>
                                        </p:tgtEl>
                                        <p:attrNameLst>
                                          <p:attrName>style.visibility</p:attrName>
                                        </p:attrNameLst>
                                      </p:cBhvr>
                                      <p:to>
                                        <p:strVal val="visible"/>
                                      </p:to>
                                    </p:set>
                                    <p:anim calcmode="lin" valueType="num">
                                      <p:cBhvr>
                                        <p:cTn id="17" dur="1000" fill="hold"/>
                                        <p:tgtEl>
                                          <p:spTgt spid="18"/>
                                        </p:tgtEl>
                                        <p:attrNameLst>
                                          <p:attrName>ppt_w</p:attrName>
                                        </p:attrNameLst>
                                      </p:cBhvr>
                                      <p:tavLst>
                                        <p:tav tm="0">
                                          <p:val>
                                            <p:fltVal val="0"/>
                                          </p:val>
                                        </p:tav>
                                        <p:tav tm="100000">
                                          <p:val>
                                            <p:strVal val="#ppt_w"/>
                                          </p:val>
                                        </p:tav>
                                      </p:tavLst>
                                    </p:anim>
                                    <p:anim calcmode="lin" valueType="num">
                                      <p:cBhvr>
                                        <p:cTn id="18" dur="1000" fill="hold"/>
                                        <p:tgtEl>
                                          <p:spTgt spid="18"/>
                                        </p:tgtEl>
                                        <p:attrNameLst>
                                          <p:attrName>ppt_h</p:attrName>
                                        </p:attrNameLst>
                                      </p:cBhvr>
                                      <p:tavLst>
                                        <p:tav tm="0">
                                          <p:val>
                                            <p:fltVal val="0"/>
                                          </p:val>
                                        </p:tav>
                                        <p:tav tm="100000">
                                          <p:val>
                                            <p:strVal val="#ppt_h"/>
                                          </p:val>
                                        </p:tav>
                                      </p:tavLst>
                                    </p:anim>
                                    <p:animEffect transition="in" filter="fade">
                                      <p:cBhvr>
                                        <p:cTn id="19" dur="1000"/>
                                        <p:tgtEl>
                                          <p:spTgt spid="18"/>
                                        </p:tgtEl>
                                      </p:cBhvr>
                                    </p:animEffect>
                                  </p:childTnLst>
                                </p:cTn>
                              </p:par>
                              <p:par>
                                <p:cTn id="20" presetID="53" presetClass="entr" presetSubtype="16" fill="hold" nodeType="withEffect">
                                  <p:stCondLst>
                                    <p:cond delay="0"/>
                                  </p:stCondLst>
                                  <p:childTnLst>
                                    <p:set>
                                      <p:cBhvr>
                                        <p:cTn id="21" dur="1" fill="hold">
                                          <p:stCondLst>
                                            <p:cond delay="0"/>
                                          </p:stCondLst>
                                        </p:cTn>
                                        <p:tgtEl>
                                          <p:spTgt spid="20"/>
                                        </p:tgtEl>
                                        <p:attrNameLst>
                                          <p:attrName>style.visibility</p:attrName>
                                        </p:attrNameLst>
                                      </p:cBhvr>
                                      <p:to>
                                        <p:strVal val="visible"/>
                                      </p:to>
                                    </p:set>
                                    <p:anim calcmode="lin" valueType="num">
                                      <p:cBhvr>
                                        <p:cTn id="22" dur="1000" fill="hold"/>
                                        <p:tgtEl>
                                          <p:spTgt spid="20"/>
                                        </p:tgtEl>
                                        <p:attrNameLst>
                                          <p:attrName>ppt_w</p:attrName>
                                        </p:attrNameLst>
                                      </p:cBhvr>
                                      <p:tavLst>
                                        <p:tav tm="0">
                                          <p:val>
                                            <p:fltVal val="0"/>
                                          </p:val>
                                        </p:tav>
                                        <p:tav tm="100000">
                                          <p:val>
                                            <p:strVal val="#ppt_w"/>
                                          </p:val>
                                        </p:tav>
                                      </p:tavLst>
                                    </p:anim>
                                    <p:anim calcmode="lin" valueType="num">
                                      <p:cBhvr>
                                        <p:cTn id="23" dur="1000" fill="hold"/>
                                        <p:tgtEl>
                                          <p:spTgt spid="20"/>
                                        </p:tgtEl>
                                        <p:attrNameLst>
                                          <p:attrName>ppt_h</p:attrName>
                                        </p:attrNameLst>
                                      </p:cBhvr>
                                      <p:tavLst>
                                        <p:tav tm="0">
                                          <p:val>
                                            <p:fltVal val="0"/>
                                          </p:val>
                                        </p:tav>
                                        <p:tav tm="100000">
                                          <p:val>
                                            <p:strVal val="#ppt_h"/>
                                          </p:val>
                                        </p:tav>
                                      </p:tavLst>
                                    </p:anim>
                                    <p:animEffect transition="in" filter="fade">
                                      <p:cBhvr>
                                        <p:cTn id="24" dur="1000"/>
                                        <p:tgtEl>
                                          <p:spTgt spid="20"/>
                                        </p:tgtEl>
                                      </p:cBhvr>
                                    </p:animEffect>
                                  </p:childTnLst>
                                </p:cTn>
                              </p:par>
                              <p:par>
                                <p:cTn id="25" presetID="53" presetClass="entr" presetSubtype="16" fill="hold" nodeType="with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p:cTn id="27" dur="1000" fill="hold"/>
                                        <p:tgtEl>
                                          <p:spTgt spid="21"/>
                                        </p:tgtEl>
                                        <p:attrNameLst>
                                          <p:attrName>ppt_w</p:attrName>
                                        </p:attrNameLst>
                                      </p:cBhvr>
                                      <p:tavLst>
                                        <p:tav tm="0">
                                          <p:val>
                                            <p:fltVal val="0"/>
                                          </p:val>
                                        </p:tav>
                                        <p:tav tm="100000">
                                          <p:val>
                                            <p:strVal val="#ppt_w"/>
                                          </p:val>
                                        </p:tav>
                                      </p:tavLst>
                                    </p:anim>
                                    <p:anim calcmode="lin" valueType="num">
                                      <p:cBhvr>
                                        <p:cTn id="28" dur="1000" fill="hold"/>
                                        <p:tgtEl>
                                          <p:spTgt spid="21"/>
                                        </p:tgtEl>
                                        <p:attrNameLst>
                                          <p:attrName>ppt_h</p:attrName>
                                        </p:attrNameLst>
                                      </p:cBhvr>
                                      <p:tavLst>
                                        <p:tav tm="0">
                                          <p:val>
                                            <p:fltVal val="0"/>
                                          </p:val>
                                        </p:tav>
                                        <p:tav tm="100000">
                                          <p:val>
                                            <p:strVal val="#ppt_h"/>
                                          </p:val>
                                        </p:tav>
                                      </p:tavLst>
                                    </p:anim>
                                    <p:animEffect transition="in" filter="fade">
                                      <p:cBhvr>
                                        <p:cTn id="29"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cxnSp>
        <p:nvCxnSpPr>
          <p:cNvPr id="17" name="Straight Connector 16"/>
          <p:cNvCxnSpPr/>
          <p:nvPr userDrawn="1"/>
        </p:nvCxnSpPr>
        <p:spPr>
          <a:xfrm>
            <a:off x="6096000" y="1162050"/>
            <a:ext cx="0" cy="4753154"/>
          </a:xfrm>
          <a:prstGeom prst="line">
            <a:avLst/>
          </a:prstGeom>
          <a:ln w="57150" cap="rnd">
            <a:solidFill>
              <a:srgbClr val="00AFEF">
                <a:alpha val="25000"/>
              </a:srgbClr>
            </a:solidFill>
            <a:prstDash val="sysDot"/>
          </a:ln>
        </p:spPr>
        <p:style>
          <a:lnRef idx="1">
            <a:schemeClr val="accent1"/>
          </a:lnRef>
          <a:fillRef idx="0">
            <a:schemeClr val="accent1"/>
          </a:fillRef>
          <a:effectRef idx="0">
            <a:schemeClr val="accent1"/>
          </a:effectRef>
          <a:fontRef idx="minor">
            <a:schemeClr val="tx1"/>
          </a:fontRef>
        </p:style>
      </p:cxnSp>
      <p:sp>
        <p:nvSpPr>
          <p:cNvPr id="18" name="Picture Placeholder 4"/>
          <p:cNvSpPr>
            <a:spLocks noGrp="1"/>
          </p:cNvSpPr>
          <p:nvPr>
            <p:ph type="pic" sz="quarter" idx="13" hasCustomPrompt="1"/>
          </p:nvPr>
        </p:nvSpPr>
        <p:spPr>
          <a:xfrm>
            <a:off x="897765" y="1162050"/>
            <a:ext cx="4697377" cy="1949450"/>
          </a:xfrm>
        </p:spPr>
        <p:txBody>
          <a:bodyPr anchor="ctr" anchorCtr="0">
            <a:normAutofit/>
          </a:bodyPr>
          <a:lstStyle>
            <a:lvl1pPr marL="0" indent="0" algn="ctr">
              <a:buNone/>
              <a:defRPr lang="en-US" sz="2000" kern="1200" baseline="0" dirty="0">
                <a:solidFill>
                  <a:schemeClr val="tx1"/>
                </a:solidFill>
                <a:latin typeface="Readex Pro" pitchFamily="2" charset="-78"/>
                <a:ea typeface="+mn-ea"/>
                <a:cs typeface="Readex Pro" pitchFamily="2" charset="-78"/>
              </a:defRPr>
            </a:lvl1pPr>
          </a:lstStyle>
          <a:p>
            <a:r>
              <a:rPr lang="en-US"/>
              <a:t>Chèn ảnh</a:t>
            </a:r>
          </a:p>
        </p:txBody>
      </p:sp>
      <p:sp>
        <p:nvSpPr>
          <p:cNvPr id="19" name="Picture Placeholder 4"/>
          <p:cNvSpPr>
            <a:spLocks noGrp="1"/>
          </p:cNvSpPr>
          <p:nvPr>
            <p:ph type="pic" sz="quarter" idx="14" hasCustomPrompt="1"/>
          </p:nvPr>
        </p:nvSpPr>
        <p:spPr>
          <a:xfrm>
            <a:off x="6597297" y="1162050"/>
            <a:ext cx="4697377" cy="1949450"/>
          </a:xfrm>
        </p:spPr>
        <p:txBody>
          <a:bodyPr anchor="ctr" anchorCtr="0">
            <a:normAutofit/>
          </a:bodyPr>
          <a:lstStyle>
            <a:lvl1pPr marL="0" indent="0" algn="ctr">
              <a:buNone/>
              <a:defRPr lang="en-US" sz="2000" kern="1200" baseline="0">
                <a:solidFill>
                  <a:schemeClr val="tx1"/>
                </a:solidFill>
                <a:latin typeface="Readex Pro" pitchFamily="2" charset="-78"/>
                <a:ea typeface="+mn-ea"/>
                <a:cs typeface="Readex Pro" pitchFamily="2" charset="-78"/>
              </a:defRPr>
            </a:lvl1pPr>
          </a:lstStyle>
          <a:p>
            <a:r>
              <a:rPr lang="en-US"/>
              <a:t>Chèn ảnh</a:t>
            </a:r>
          </a:p>
        </p:txBody>
      </p:sp>
      <p:sp>
        <p:nvSpPr>
          <p:cNvPr id="22" name="Text Placeholder 20"/>
          <p:cNvSpPr>
            <a:spLocks noGrp="1"/>
          </p:cNvSpPr>
          <p:nvPr>
            <p:ph type="body" sz="quarter" idx="16" hasCustomPrompt="1"/>
          </p:nvPr>
        </p:nvSpPr>
        <p:spPr>
          <a:xfrm>
            <a:off x="898361" y="3302000"/>
            <a:ext cx="4695748" cy="2613025"/>
          </a:xfrm>
        </p:spPr>
        <p:txBody>
          <a:bodyPr>
            <a:normAutofit/>
          </a:bodyPr>
          <a:lstStyle>
            <a:lvl1pPr marL="0" indent="0">
              <a:buNone/>
              <a:defRPr sz="1800">
                <a:latin typeface="Readex Pro" pitchFamily="2" charset="-78"/>
                <a:cs typeface="Readex Pro" pitchFamily="2" charset="-78"/>
              </a:defRPr>
            </a:lvl1pPr>
            <a:lvl2pPr marL="457200" indent="0">
              <a:buNone/>
              <a:defRPr sz="1600">
                <a:latin typeface="Readex Pro" pitchFamily="2" charset="-78"/>
                <a:cs typeface="Readex Pro" pitchFamily="2" charset="-78"/>
              </a:defRPr>
            </a:lvl2pPr>
            <a:lvl3pPr marL="914400" indent="0">
              <a:buNone/>
              <a:defRPr sz="1400">
                <a:latin typeface="Readex Pro" pitchFamily="2" charset="-78"/>
                <a:cs typeface="Readex Pro" pitchFamily="2" charset="-78"/>
              </a:defRPr>
            </a:lvl3pPr>
            <a:lvl4pPr marL="1371600" indent="0">
              <a:buNone/>
              <a:defRPr sz="1200">
                <a:latin typeface="Readex Pro" pitchFamily="2" charset="-78"/>
                <a:cs typeface="Readex Pro" pitchFamily="2" charset="-78"/>
              </a:defRPr>
            </a:lvl4pPr>
            <a:lvl5pPr marL="1828800" indent="0">
              <a:buNone/>
              <a:defRPr sz="1200">
                <a:latin typeface="Readex Pro" pitchFamily="2" charset="-78"/>
                <a:cs typeface="Readex Pro" pitchFamily="2" charset="-78"/>
              </a:defRPr>
            </a:lvl5pPr>
          </a:lstStyle>
          <a:p>
            <a:pPr lvl="0"/>
            <a:r>
              <a:rPr lang="en-US"/>
              <a:t>Nội dung</a:t>
            </a:r>
            <a:endParaRPr lang="en-US" dirty="0"/>
          </a:p>
        </p:txBody>
      </p:sp>
      <p:sp>
        <p:nvSpPr>
          <p:cNvPr id="23" name="Text Placeholder 20"/>
          <p:cNvSpPr>
            <a:spLocks noGrp="1"/>
          </p:cNvSpPr>
          <p:nvPr>
            <p:ph type="body" sz="quarter" idx="17" hasCustomPrompt="1"/>
          </p:nvPr>
        </p:nvSpPr>
        <p:spPr>
          <a:xfrm>
            <a:off x="6597892" y="3302000"/>
            <a:ext cx="4695748" cy="2613025"/>
          </a:xfrm>
        </p:spPr>
        <p:txBody>
          <a:bodyPr>
            <a:normAutofit/>
          </a:bodyPr>
          <a:lstStyle>
            <a:lvl1pPr marL="0" indent="0">
              <a:buNone/>
              <a:defRPr sz="1800">
                <a:latin typeface="Readex Pro" pitchFamily="2" charset="-78"/>
                <a:cs typeface="Readex Pro" pitchFamily="2" charset="-78"/>
              </a:defRPr>
            </a:lvl1pPr>
            <a:lvl2pPr marL="457200" indent="0">
              <a:buNone/>
              <a:defRPr sz="1600">
                <a:latin typeface="Readex Pro" pitchFamily="2" charset="-78"/>
                <a:cs typeface="Readex Pro" pitchFamily="2" charset="-78"/>
              </a:defRPr>
            </a:lvl2pPr>
            <a:lvl3pPr marL="914400" indent="0">
              <a:buNone/>
              <a:defRPr sz="1400">
                <a:latin typeface="Readex Pro" pitchFamily="2" charset="-78"/>
                <a:cs typeface="Readex Pro" pitchFamily="2" charset="-78"/>
              </a:defRPr>
            </a:lvl3pPr>
            <a:lvl4pPr marL="1371600" indent="0">
              <a:buNone/>
              <a:defRPr sz="1200">
                <a:latin typeface="Readex Pro" pitchFamily="2" charset="-78"/>
                <a:cs typeface="Readex Pro" pitchFamily="2" charset="-78"/>
              </a:defRPr>
            </a:lvl4pPr>
            <a:lvl5pPr marL="1828800" indent="0">
              <a:buNone/>
              <a:defRPr sz="1200">
                <a:latin typeface="Readex Pro" pitchFamily="2" charset="-78"/>
                <a:cs typeface="Readex Pro" pitchFamily="2" charset="-78"/>
              </a:defRPr>
            </a:lvl5pPr>
          </a:lstStyle>
          <a:p>
            <a:pPr lvl="0"/>
            <a:r>
              <a:rPr lang="en-US"/>
              <a:t>Nội dung</a:t>
            </a:r>
            <a:endParaRPr lang="en-US" dirty="0"/>
          </a:p>
        </p:txBody>
      </p:sp>
      <p:sp>
        <p:nvSpPr>
          <p:cNvPr id="25" name="Rectangle 24"/>
          <p:cNvSpPr/>
          <p:nvPr userDrawn="1"/>
        </p:nvSpPr>
        <p:spPr>
          <a:xfrm flipH="1" flipV="1">
            <a:off x="898257" y="3126125"/>
            <a:ext cx="4692825"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6" name="Rectangle 25"/>
          <p:cNvSpPr/>
          <p:nvPr userDrawn="1"/>
        </p:nvSpPr>
        <p:spPr>
          <a:xfrm flipH="1" flipV="1">
            <a:off x="6597788" y="3126125"/>
            <a:ext cx="4692825"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20" name="Picture 19"/>
          <p:cNvPicPr>
            <a:picLocks noChangeAspect="1"/>
          </p:cNvPicPr>
          <p:nvPr userDrawn="1"/>
        </p:nvPicPr>
        <p:blipFill>
          <a:blip r:embed="rId2"/>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027B2114-05AD-5B46-042A-74C2E1E114DF}"/>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5412D61D-E589-A35B-EEF9-9C42ABC10525}"/>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68A589A6-0D91-BA6C-6308-33240D74B749}"/>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9A0B255F-3EA0-6316-1814-EA69B3A1C949}"/>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999C3888-223C-A47F-802D-E01AE0261584}"/>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7AAFDAA6-E7FA-2A32-DFA6-F90442ED860C}"/>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94DC1B11-CA57-3325-DD06-C67EE58D7FC7}"/>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F8C3C485-7E6C-D1B8-B245-95DB0F954A97}"/>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A4B1F8E9-DA5B-DA41-D6FB-62DFDED23A37}"/>
              </a:ext>
            </a:extLst>
          </p:cNvPr>
          <p:cNvPicPr>
            <a:picLocks noChangeAspect="1"/>
          </p:cNvPicPr>
          <p:nvPr userDrawn="1"/>
        </p:nvPicPr>
        <p:blipFill>
          <a:blip r:embed="rId3"/>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81B773FC-C6DB-8895-F8FB-AC357B5F1FE6}"/>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2" name="Footer Placeholder 4">
            <a:extLst>
              <a:ext uri="{FF2B5EF4-FFF2-40B4-BE49-F238E27FC236}">
                <a16:creationId xmlns:a16="http://schemas.microsoft.com/office/drawing/2014/main" id="{8ED3E9AD-AE54-8D77-117E-98F95DCE650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150234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5" name="Picture Placeholder 4"/>
          <p:cNvSpPr>
            <a:spLocks noGrp="1"/>
          </p:cNvSpPr>
          <p:nvPr>
            <p:ph type="pic" sz="quarter" idx="12" hasCustomPrompt="1"/>
          </p:nvPr>
        </p:nvSpPr>
        <p:spPr>
          <a:xfrm>
            <a:off x="329375" y="1162050"/>
            <a:ext cx="3368256" cy="1949450"/>
          </a:xfrm>
        </p:spPr>
        <p:txBody>
          <a:bodyPr anchor="ctr" anchorCtr="0">
            <a:normAutofit/>
          </a:bodyPr>
          <a:lstStyle>
            <a:lvl1pPr marL="0" indent="0" algn="ctr">
              <a:buNone/>
              <a:defRPr sz="2000" baseline="0">
                <a:latin typeface="Readex Pro" pitchFamily="2" charset="-78"/>
                <a:cs typeface="Readex Pro" pitchFamily="2" charset="-78"/>
              </a:defRPr>
            </a:lvl1pPr>
          </a:lstStyle>
          <a:p>
            <a:r>
              <a:rPr lang="en-US"/>
              <a:t>Chèn ảnh</a:t>
            </a:r>
          </a:p>
        </p:txBody>
      </p:sp>
      <p:cxnSp>
        <p:nvCxnSpPr>
          <p:cNvPr id="7" name="Straight Connector 6"/>
          <p:cNvCxnSpPr/>
          <p:nvPr userDrawn="1"/>
        </p:nvCxnSpPr>
        <p:spPr>
          <a:xfrm>
            <a:off x="4038600" y="1162050"/>
            <a:ext cx="0" cy="4753154"/>
          </a:xfrm>
          <a:prstGeom prst="line">
            <a:avLst/>
          </a:prstGeom>
          <a:ln w="57150" cap="rnd">
            <a:solidFill>
              <a:srgbClr val="00AFEF">
                <a:alpha val="25000"/>
              </a:srgb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8086459" y="1162050"/>
            <a:ext cx="0" cy="4753154"/>
          </a:xfrm>
          <a:prstGeom prst="line">
            <a:avLst/>
          </a:prstGeom>
          <a:ln w="57150" cap="rnd">
            <a:solidFill>
              <a:srgbClr val="00AFEF">
                <a:alpha val="25000"/>
              </a:srgbClr>
            </a:solidFill>
            <a:prstDash val="sysDot"/>
          </a:ln>
        </p:spPr>
        <p:style>
          <a:lnRef idx="1">
            <a:schemeClr val="accent1"/>
          </a:lnRef>
          <a:fillRef idx="0">
            <a:schemeClr val="accent1"/>
          </a:fillRef>
          <a:effectRef idx="0">
            <a:schemeClr val="accent1"/>
          </a:effectRef>
          <a:fontRef idx="minor">
            <a:schemeClr val="tx1"/>
          </a:fontRef>
        </p:style>
      </p:cxnSp>
      <p:sp>
        <p:nvSpPr>
          <p:cNvPr id="18" name="Picture Placeholder 4"/>
          <p:cNvSpPr>
            <a:spLocks noGrp="1"/>
          </p:cNvSpPr>
          <p:nvPr>
            <p:ph type="pic" sz="quarter" idx="13" hasCustomPrompt="1"/>
          </p:nvPr>
        </p:nvSpPr>
        <p:spPr>
          <a:xfrm>
            <a:off x="4378402" y="1162050"/>
            <a:ext cx="3368256" cy="1949450"/>
          </a:xfrm>
        </p:spPr>
        <p:txBody>
          <a:bodyPr anchor="ctr" anchorCtr="0">
            <a:normAutofit/>
          </a:bodyPr>
          <a:lstStyle>
            <a:lvl1pPr marL="0" indent="0" algn="ctr">
              <a:buNone/>
              <a:defRPr lang="en-US" sz="2000" kern="1200" baseline="0" dirty="0">
                <a:solidFill>
                  <a:schemeClr val="tx1"/>
                </a:solidFill>
                <a:latin typeface="Readex Pro" pitchFamily="2" charset="-78"/>
                <a:ea typeface="+mn-ea"/>
                <a:cs typeface="Readex Pro" pitchFamily="2" charset="-78"/>
              </a:defRPr>
            </a:lvl1pPr>
          </a:lstStyle>
          <a:p>
            <a:r>
              <a:rPr lang="en-US"/>
              <a:t>Chèn ảnh</a:t>
            </a:r>
          </a:p>
        </p:txBody>
      </p:sp>
      <p:sp>
        <p:nvSpPr>
          <p:cNvPr id="19" name="Picture Placeholder 4"/>
          <p:cNvSpPr>
            <a:spLocks noGrp="1"/>
          </p:cNvSpPr>
          <p:nvPr>
            <p:ph type="pic" sz="quarter" idx="14" hasCustomPrompt="1"/>
          </p:nvPr>
        </p:nvSpPr>
        <p:spPr>
          <a:xfrm>
            <a:off x="8426261" y="1162050"/>
            <a:ext cx="3368256" cy="1949450"/>
          </a:xfrm>
        </p:spPr>
        <p:txBody>
          <a:bodyPr anchor="ctr" anchorCtr="0">
            <a:normAutofit/>
          </a:bodyPr>
          <a:lstStyle>
            <a:lvl1pPr marL="0" indent="0" algn="ctr">
              <a:buNone/>
              <a:defRPr lang="en-US" sz="2000" kern="1200" baseline="0">
                <a:solidFill>
                  <a:schemeClr val="tx1"/>
                </a:solidFill>
                <a:latin typeface="Readex Pro" pitchFamily="2" charset="-78"/>
                <a:ea typeface="+mn-ea"/>
                <a:cs typeface="Readex Pro" pitchFamily="2" charset="-78"/>
              </a:defRPr>
            </a:lvl1pPr>
          </a:lstStyle>
          <a:p>
            <a:r>
              <a:rPr lang="en-US"/>
              <a:t>Chèn ảnh</a:t>
            </a:r>
          </a:p>
        </p:txBody>
      </p:sp>
      <p:sp>
        <p:nvSpPr>
          <p:cNvPr id="21" name="Text Placeholder 20"/>
          <p:cNvSpPr>
            <a:spLocks noGrp="1"/>
          </p:cNvSpPr>
          <p:nvPr>
            <p:ph type="body" sz="quarter" idx="15" hasCustomPrompt="1"/>
          </p:nvPr>
        </p:nvSpPr>
        <p:spPr>
          <a:xfrm>
            <a:off x="329912" y="3302000"/>
            <a:ext cx="3367088" cy="2613025"/>
          </a:xfrm>
        </p:spPr>
        <p:txBody>
          <a:bodyPr>
            <a:normAutofit/>
          </a:bodyPr>
          <a:lstStyle>
            <a:lvl1pPr marL="0" indent="0">
              <a:lnSpc>
                <a:spcPct val="100000"/>
              </a:lnSpc>
              <a:buNone/>
              <a:defRPr sz="1800">
                <a:latin typeface="Readex Pro" pitchFamily="2" charset="-78"/>
                <a:cs typeface="Readex Pro" pitchFamily="2" charset="-78"/>
              </a:defRPr>
            </a:lvl1pPr>
            <a:lvl2pPr marL="457200" indent="0">
              <a:lnSpc>
                <a:spcPct val="100000"/>
              </a:lnSpc>
              <a:buNone/>
              <a:defRPr sz="1600">
                <a:latin typeface="Readex Pro" pitchFamily="2" charset="-78"/>
                <a:cs typeface="Readex Pro" pitchFamily="2" charset="-78"/>
              </a:defRPr>
            </a:lvl2pPr>
            <a:lvl3pPr marL="914400" indent="0">
              <a:lnSpc>
                <a:spcPct val="100000"/>
              </a:lnSpc>
              <a:buNone/>
              <a:defRPr sz="1400">
                <a:latin typeface="Readex Pro" pitchFamily="2" charset="-78"/>
                <a:cs typeface="Readex Pro" pitchFamily="2" charset="-78"/>
              </a:defRPr>
            </a:lvl3pPr>
            <a:lvl4pPr marL="1371600" indent="0">
              <a:lnSpc>
                <a:spcPct val="100000"/>
              </a:lnSpc>
              <a:buNone/>
              <a:defRPr sz="1200">
                <a:latin typeface="Readex Pro" pitchFamily="2" charset="-78"/>
                <a:cs typeface="Readex Pro" pitchFamily="2" charset="-78"/>
              </a:defRPr>
            </a:lvl4pPr>
            <a:lvl5pPr marL="1828800" indent="0">
              <a:lnSpc>
                <a:spcPct val="100000"/>
              </a:lnSpc>
              <a:buNone/>
              <a:defRPr sz="1200">
                <a:latin typeface="Readex Pro" pitchFamily="2" charset="-78"/>
                <a:cs typeface="Readex Pro" pitchFamily="2" charset="-78"/>
              </a:defRPr>
            </a:lvl5pPr>
          </a:lstStyle>
          <a:p>
            <a:pPr lvl="0"/>
            <a:r>
              <a:rPr lang="en-US"/>
              <a:t>Nội dung</a:t>
            </a:r>
            <a:endParaRPr lang="en-US" dirty="0"/>
          </a:p>
        </p:txBody>
      </p:sp>
      <p:sp>
        <p:nvSpPr>
          <p:cNvPr id="22" name="Text Placeholder 20"/>
          <p:cNvSpPr>
            <a:spLocks noGrp="1"/>
          </p:cNvSpPr>
          <p:nvPr>
            <p:ph type="body" sz="quarter" idx="16" hasCustomPrompt="1"/>
          </p:nvPr>
        </p:nvSpPr>
        <p:spPr>
          <a:xfrm>
            <a:off x="4378402" y="3302000"/>
            <a:ext cx="3367088" cy="2613025"/>
          </a:xfrm>
        </p:spPr>
        <p:txBody>
          <a:bodyPr>
            <a:normAutofit/>
          </a:bodyPr>
          <a:lstStyle>
            <a:lvl1pPr marL="0" indent="0">
              <a:buNone/>
              <a:defRPr sz="1800">
                <a:latin typeface="Readex Pro" pitchFamily="2" charset="-78"/>
                <a:cs typeface="Readex Pro" pitchFamily="2" charset="-78"/>
              </a:defRPr>
            </a:lvl1pPr>
            <a:lvl2pPr marL="457200" indent="0">
              <a:buNone/>
              <a:defRPr sz="1600">
                <a:latin typeface="Readex Pro" pitchFamily="2" charset="-78"/>
                <a:cs typeface="Readex Pro" pitchFamily="2" charset="-78"/>
              </a:defRPr>
            </a:lvl2pPr>
            <a:lvl3pPr marL="914400" indent="0">
              <a:buNone/>
              <a:defRPr sz="1400">
                <a:latin typeface="Readex Pro" pitchFamily="2" charset="-78"/>
                <a:cs typeface="Readex Pro" pitchFamily="2" charset="-78"/>
              </a:defRPr>
            </a:lvl3pPr>
            <a:lvl4pPr marL="1371600" indent="0">
              <a:buNone/>
              <a:defRPr sz="1200">
                <a:latin typeface="Readex Pro" pitchFamily="2" charset="-78"/>
                <a:cs typeface="Readex Pro" pitchFamily="2" charset="-78"/>
              </a:defRPr>
            </a:lvl4pPr>
            <a:lvl5pPr marL="1828800" indent="0">
              <a:buNone/>
              <a:defRPr sz="1200">
                <a:latin typeface="Readex Pro" pitchFamily="2" charset="-78"/>
                <a:cs typeface="Readex Pro" pitchFamily="2" charset="-78"/>
              </a:defRPr>
            </a:lvl5pPr>
          </a:lstStyle>
          <a:p>
            <a:pPr lvl="0"/>
            <a:r>
              <a:rPr lang="en-US"/>
              <a:t>Nội dung</a:t>
            </a:r>
            <a:endParaRPr lang="en-US" dirty="0"/>
          </a:p>
        </p:txBody>
      </p:sp>
      <p:sp>
        <p:nvSpPr>
          <p:cNvPr id="23" name="Text Placeholder 20"/>
          <p:cNvSpPr>
            <a:spLocks noGrp="1"/>
          </p:cNvSpPr>
          <p:nvPr>
            <p:ph type="body" sz="quarter" idx="17" hasCustomPrompt="1"/>
          </p:nvPr>
        </p:nvSpPr>
        <p:spPr>
          <a:xfrm>
            <a:off x="8426260" y="3302000"/>
            <a:ext cx="3367088" cy="2613025"/>
          </a:xfrm>
        </p:spPr>
        <p:txBody>
          <a:bodyPr>
            <a:normAutofit/>
          </a:bodyPr>
          <a:lstStyle>
            <a:lvl1pPr marL="0" indent="0">
              <a:buNone/>
              <a:defRPr sz="1800">
                <a:latin typeface="Readex Pro" pitchFamily="2" charset="-78"/>
                <a:cs typeface="Readex Pro" pitchFamily="2" charset="-78"/>
              </a:defRPr>
            </a:lvl1pPr>
            <a:lvl2pPr marL="457200" indent="0">
              <a:buNone/>
              <a:defRPr sz="1600">
                <a:latin typeface="Readex Pro" pitchFamily="2" charset="-78"/>
                <a:cs typeface="Readex Pro" pitchFamily="2" charset="-78"/>
              </a:defRPr>
            </a:lvl2pPr>
            <a:lvl3pPr marL="914400" indent="0">
              <a:buNone/>
              <a:defRPr sz="1400">
                <a:latin typeface="Readex Pro" pitchFamily="2" charset="-78"/>
                <a:cs typeface="Readex Pro" pitchFamily="2" charset="-78"/>
              </a:defRPr>
            </a:lvl3pPr>
            <a:lvl4pPr marL="1371600" indent="0">
              <a:buNone/>
              <a:defRPr sz="1200">
                <a:latin typeface="Readex Pro" pitchFamily="2" charset="-78"/>
                <a:cs typeface="Readex Pro" pitchFamily="2" charset="-78"/>
              </a:defRPr>
            </a:lvl4pPr>
            <a:lvl5pPr marL="1828800" indent="0">
              <a:buNone/>
              <a:defRPr sz="1200">
                <a:latin typeface="Readex Pro" pitchFamily="2" charset="-78"/>
                <a:cs typeface="Readex Pro" pitchFamily="2" charset="-78"/>
              </a:defRPr>
            </a:lvl5pPr>
          </a:lstStyle>
          <a:p>
            <a:pPr lvl="0"/>
            <a:r>
              <a:rPr lang="en-US"/>
              <a:t>Nội dung</a:t>
            </a:r>
            <a:endParaRPr lang="en-US" dirty="0"/>
          </a:p>
        </p:txBody>
      </p:sp>
      <p:sp>
        <p:nvSpPr>
          <p:cNvPr id="24" name="Rectangle 23"/>
          <p:cNvSpPr/>
          <p:nvPr userDrawn="1"/>
        </p:nvSpPr>
        <p:spPr>
          <a:xfrm flipH="1" flipV="1">
            <a:off x="329374" y="3126125"/>
            <a:ext cx="3364992"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5" name="Rectangle 24"/>
          <p:cNvSpPr/>
          <p:nvPr userDrawn="1"/>
        </p:nvSpPr>
        <p:spPr>
          <a:xfrm flipH="1" flipV="1">
            <a:off x="4377232" y="3126125"/>
            <a:ext cx="3364992"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6" name="Rectangle 25"/>
          <p:cNvSpPr/>
          <p:nvPr userDrawn="1"/>
        </p:nvSpPr>
        <p:spPr>
          <a:xfrm flipH="1" flipV="1">
            <a:off x="8425090" y="3126125"/>
            <a:ext cx="3364992" cy="7836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pic>
        <p:nvPicPr>
          <p:cNvPr id="27" name="Picture 26"/>
          <p:cNvPicPr>
            <a:picLocks noChangeAspect="1"/>
          </p:cNvPicPr>
          <p:nvPr userDrawn="1"/>
        </p:nvPicPr>
        <p:blipFill>
          <a:blip r:embed="rId2"/>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0A85175A-A5CA-FDCD-9D1E-D1E3A5C08616}"/>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6572AE3C-B845-C37F-3FA3-517EBBCCD801}"/>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373C2B34-BC37-24CD-CCCC-86C84255F60D}"/>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4F3A51EC-EB1C-A2F5-191D-39EC3871D7F2}"/>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8" name="Group 7">
            <a:extLst>
              <a:ext uri="{FF2B5EF4-FFF2-40B4-BE49-F238E27FC236}">
                <a16:creationId xmlns:a16="http://schemas.microsoft.com/office/drawing/2014/main" id="{3D16B55C-8A59-6B1B-682C-62AA2B73A476}"/>
              </a:ext>
            </a:extLst>
          </p:cNvPr>
          <p:cNvGrpSpPr/>
          <p:nvPr userDrawn="1"/>
        </p:nvGrpSpPr>
        <p:grpSpPr>
          <a:xfrm>
            <a:off x="817685" y="6410864"/>
            <a:ext cx="2760487" cy="403790"/>
            <a:chOff x="741485" y="6410864"/>
            <a:chExt cx="2760487" cy="403790"/>
          </a:xfrm>
        </p:grpSpPr>
        <p:sp>
          <p:nvSpPr>
            <p:cNvPr id="9" name="TextBox 8">
              <a:extLst>
                <a:ext uri="{FF2B5EF4-FFF2-40B4-BE49-F238E27FC236}">
                  <a16:creationId xmlns:a16="http://schemas.microsoft.com/office/drawing/2014/main" id="{4FC2AAA9-0C7E-3269-988C-8B585C6196AD}"/>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10" name="TextBox 9">
              <a:extLst>
                <a:ext uri="{FF2B5EF4-FFF2-40B4-BE49-F238E27FC236}">
                  <a16:creationId xmlns:a16="http://schemas.microsoft.com/office/drawing/2014/main" id="{692758D9-75FB-A297-C9B0-0046880A091B}"/>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1A0FD0A9-AA5C-7D0D-4E1D-5CCB189D948D}"/>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7C2D20B6-C339-D112-86D5-A51948B07F5D}"/>
              </a:ext>
            </a:extLst>
          </p:cNvPr>
          <p:cNvPicPr>
            <a:picLocks noChangeAspect="1"/>
          </p:cNvPicPr>
          <p:nvPr userDrawn="1"/>
        </p:nvPicPr>
        <p:blipFill>
          <a:blip r:embed="rId3"/>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6D1D37C2-EC33-4641-5CD8-DBFCCC5A5A36}"/>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4" name="Footer Placeholder 4">
            <a:extLst>
              <a:ext uri="{FF2B5EF4-FFF2-40B4-BE49-F238E27FC236}">
                <a16:creationId xmlns:a16="http://schemas.microsoft.com/office/drawing/2014/main" id="{6F9D2D5D-F42C-AD89-38B2-8E5862B86D78}"/>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7999908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13" name="Content Placeholder 9"/>
          <p:cNvSpPr>
            <a:spLocks noGrp="1"/>
          </p:cNvSpPr>
          <p:nvPr>
            <p:ph sz="quarter" idx="12" hasCustomPrompt="1"/>
          </p:nvPr>
        </p:nvSpPr>
        <p:spPr>
          <a:xfrm rot="5400000">
            <a:off x="4113213" y="-1449386"/>
            <a:ext cx="3965573" cy="10515600"/>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sp>
        <p:nvSpPr>
          <p:cNvPr id="17" name="Title 1"/>
          <p:cNvSpPr>
            <a:spLocks noGrp="1"/>
          </p:cNvSpPr>
          <p:nvPr>
            <p:ph type="title" hasCustomPrompt="1"/>
          </p:nvPr>
        </p:nvSpPr>
        <p:spPr>
          <a:xfrm>
            <a:off x="839788" y="365125"/>
            <a:ext cx="10515600" cy="938865"/>
          </a:xfrm>
        </p:spPr>
        <p:txBody>
          <a:bodyPr vert="horz" lIns="91440" tIns="45720" rIns="91440" bIns="45720" rtlCol="0" anchor="ctr">
            <a:normAutofit/>
          </a:bodyPr>
          <a:lstStyle>
            <a:lvl1pPr>
              <a:defRPr lang="en-US" sz="3200" b="1" baseline="0" dirty="0">
                <a:solidFill>
                  <a:srgbClr val="1F5CA9"/>
                </a:solidFill>
                <a:latin typeface="K2D" panose="00000500000000000000" pitchFamily="2" charset="-34"/>
                <a:ea typeface="+mn-ea"/>
                <a:cs typeface="+mn-cs"/>
              </a:defRPr>
            </a:lvl1pPr>
          </a:lstStyle>
          <a:p>
            <a:pPr lvl="0"/>
            <a:r>
              <a:rPr lang="en-US"/>
              <a:t>Tiêu đề</a:t>
            </a:r>
            <a:endParaRPr lang="en-US" dirty="0"/>
          </a:p>
        </p:txBody>
      </p:sp>
      <p:pic>
        <p:nvPicPr>
          <p:cNvPr id="31" name="Picture 3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8656" y="688507"/>
            <a:ext cx="292100" cy="292100"/>
          </a:xfrm>
          <a:prstGeom prst="rect">
            <a:avLst/>
          </a:prstGeom>
        </p:spPr>
      </p:pic>
      <p:pic>
        <p:nvPicPr>
          <p:cNvPr id="21" name="Picture 20"/>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3043EC71-5B9E-C0BC-1876-C8F7F39BC547}"/>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EE4374B3-12AF-4FD8-DEB7-27010168D059}"/>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A8BA7498-F3BC-86B3-1A69-799334B6D0C9}"/>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1DC85D92-154D-811A-7CED-746E05BC9938}"/>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31FF18A3-B64B-560A-0E4C-FAE23671DD1B}"/>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30087580-3DBD-8257-F1D1-7914462F84CA}"/>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23924CB2-D38F-D098-BA0D-F7AF3FD0DAE6}"/>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11944464-246D-1746-8383-CA6C986DD6CD}"/>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936B468E-C03F-EA5D-3562-3CF0D836AD6F}"/>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EDB08078-B43B-9900-A614-EDD1B700D365}"/>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2" name="Footer Placeholder 4">
            <a:extLst>
              <a:ext uri="{FF2B5EF4-FFF2-40B4-BE49-F238E27FC236}">
                <a16:creationId xmlns:a16="http://schemas.microsoft.com/office/drawing/2014/main" id="{853B98CF-4D09-7334-F10E-AC294939893D}"/>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8065154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8724900" y="365125"/>
            <a:ext cx="2628900" cy="5811838"/>
          </a:xfrm>
        </p:spPr>
        <p:txBody>
          <a:bodyPr vert="eaVert"/>
          <a:lstStyle>
            <a:lvl1pPr>
              <a:defRPr lang="en-US" sz="3200" b="1" kern="1200" smtClean="0">
                <a:solidFill>
                  <a:srgbClr val="1F5CA9"/>
                </a:solidFill>
                <a:latin typeface="K2D" panose="00000500000000000000" pitchFamily="2" charset="-34"/>
                <a:ea typeface="+mn-ea"/>
                <a:cs typeface="+mn-cs"/>
              </a:defRPr>
            </a:lvl1pPr>
          </a:lstStyle>
          <a:p>
            <a:r>
              <a:rPr lang="en-US"/>
              <a:t>Tiêu đề</a:t>
            </a:r>
            <a:endParaRPr lang="en-US" dirty="0"/>
          </a:p>
        </p:txBody>
      </p:sp>
      <p:sp>
        <p:nvSpPr>
          <p:cNvPr id="13" name="Content Placeholder 9"/>
          <p:cNvSpPr>
            <a:spLocks noGrp="1"/>
          </p:cNvSpPr>
          <p:nvPr>
            <p:ph sz="quarter" idx="12" hasCustomPrompt="1"/>
          </p:nvPr>
        </p:nvSpPr>
        <p:spPr>
          <a:xfrm rot="5400000">
            <a:off x="1875631" y="-672303"/>
            <a:ext cx="5811837" cy="7886700"/>
          </a:xfrm>
        </p:spPr>
        <p:txBody>
          <a:bodyPr>
            <a:normAutofit/>
          </a:bodyPr>
          <a:lstStyle>
            <a:lvl1pPr marL="0" indent="0">
              <a:buNone/>
              <a:defRPr sz="2400" b="0" i="0">
                <a:latin typeface="Readex Pro" pitchFamily="2" charset="-78"/>
                <a:cs typeface="Readex Pro" pitchFamily="2" charset="-78"/>
              </a:defRPr>
            </a:lvl1pPr>
            <a:lvl2pPr marL="457200" indent="0">
              <a:buNone/>
              <a:defRPr sz="2000" b="0" i="0">
                <a:latin typeface="Readex Pro" pitchFamily="2" charset="-78"/>
                <a:cs typeface="Readex Pro" pitchFamily="2" charset="-78"/>
              </a:defRPr>
            </a:lvl2pPr>
            <a:lvl3pPr marL="914400" indent="0">
              <a:buNone/>
              <a:defRPr sz="1800" b="0" i="0">
                <a:latin typeface="Readex Pro" pitchFamily="2" charset="-78"/>
                <a:cs typeface="Readex Pro" pitchFamily="2" charset="-78"/>
              </a:defRPr>
            </a:lvl3pPr>
            <a:lvl4pPr marL="1371600" indent="0">
              <a:buNone/>
              <a:defRPr sz="1600" b="0" i="0">
                <a:latin typeface="Readex Pro" pitchFamily="2" charset="-78"/>
                <a:cs typeface="Readex Pro" pitchFamily="2" charset="-78"/>
              </a:defRPr>
            </a:lvl4pPr>
            <a:lvl5pPr marL="1828800" indent="0">
              <a:buNone/>
              <a:defRPr sz="1600" b="0" i="0">
                <a:latin typeface="Readex Pro" pitchFamily="2" charset="-78"/>
                <a:cs typeface="Readex Pro" pitchFamily="2" charset="-78"/>
              </a:defRPr>
            </a:lvl5pPr>
          </a:lstStyle>
          <a:p>
            <a:pPr lvl="0"/>
            <a:r>
              <a:rPr lang="en-US"/>
              <a:t>Nội dung</a:t>
            </a:r>
            <a:endParaRPr lang="en-US" dirty="0"/>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21981" y="51983"/>
            <a:ext cx="292100" cy="292100"/>
          </a:xfrm>
          <a:prstGeom prst="rect">
            <a:avLst/>
          </a:prstGeom>
        </p:spPr>
      </p:pic>
      <p:pic>
        <p:nvPicPr>
          <p:cNvPr id="19" name="Picture 18"/>
          <p:cNvPicPr>
            <a:picLocks noChangeAspect="1"/>
          </p:cNvPicPr>
          <p:nvPr userDrawn="1"/>
        </p:nvPicPr>
        <p:blipFill>
          <a:blip r:embed="rId3"/>
          <a:stretch>
            <a:fillRect/>
          </a:stretch>
        </p:blipFill>
        <p:spPr>
          <a:xfrm>
            <a:off x="11987783" y="93587"/>
            <a:ext cx="107165" cy="107007"/>
          </a:xfrm>
          <a:prstGeom prst="rect">
            <a:avLst/>
          </a:prstGeom>
        </p:spPr>
      </p:pic>
      <p:sp>
        <p:nvSpPr>
          <p:cNvPr id="3" name="Slide Number Placeholder 5">
            <a:extLst>
              <a:ext uri="{FF2B5EF4-FFF2-40B4-BE49-F238E27FC236}">
                <a16:creationId xmlns:a16="http://schemas.microsoft.com/office/drawing/2014/main" id="{0E9D4A31-78FB-C50E-E557-1D6A2AB1B39D}"/>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4" name="Rectangle 3">
            <a:extLst>
              <a:ext uri="{FF2B5EF4-FFF2-40B4-BE49-F238E27FC236}">
                <a16:creationId xmlns:a16="http://schemas.microsoft.com/office/drawing/2014/main" id="{2DE77047-2D78-10EA-8B2B-464D363FDA73}"/>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5" name="Rectangle 4">
            <a:extLst>
              <a:ext uri="{FF2B5EF4-FFF2-40B4-BE49-F238E27FC236}">
                <a16:creationId xmlns:a16="http://schemas.microsoft.com/office/drawing/2014/main" id="{41B0BADC-EE2D-7AA3-FE84-68EB6BD21ECE}"/>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6EC3A035-1495-F2B0-9581-76B6F74E68ED}"/>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BEFB4826-5D0F-51B0-8FB3-AF794F93FD9F}"/>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64DA189B-1ADB-AEB4-5954-98C27419F04D}"/>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6BD18312-4501-E052-78A4-D56485FF5E53}"/>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0" name="TextBox 9">
            <a:extLst>
              <a:ext uri="{FF2B5EF4-FFF2-40B4-BE49-F238E27FC236}">
                <a16:creationId xmlns:a16="http://schemas.microsoft.com/office/drawing/2014/main" id="{6BFB8709-60EF-0C2D-7AE6-97383C28A996}"/>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1A513177-236E-9D57-556A-25BA2A08A567}"/>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AAB60C45-18AD-EA2E-F8C7-09BC10A7EB8E}"/>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4" name="Footer Placeholder 4">
            <a:extLst>
              <a:ext uri="{FF2B5EF4-FFF2-40B4-BE49-F238E27FC236}">
                <a16:creationId xmlns:a16="http://schemas.microsoft.com/office/drawing/2014/main" id="{06116A22-46CD-EA17-0317-B3A75C355C67}"/>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2725897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325583"/>
            <a:ext cx="10515600" cy="978408"/>
          </a:xfrm>
        </p:spPr>
        <p:txBody>
          <a:bodyPr/>
          <a:lstStyle>
            <a:lvl1pPr>
              <a:defRPr lang="en-US" sz="3200" b="1" kern="1200" baseline="0" smtClean="0">
                <a:solidFill>
                  <a:srgbClr val="1F5CA9"/>
                </a:solidFill>
                <a:latin typeface="K2D" panose="00000500000000000000" pitchFamily="2" charset="-34"/>
                <a:ea typeface="+mn-ea"/>
                <a:cs typeface="+mn-cs"/>
              </a:defRPr>
            </a:lvl1pPr>
          </a:lstStyle>
          <a:p>
            <a:r>
              <a:rPr lang="en-US"/>
              <a:t>Tiêu đề</a:t>
            </a:r>
            <a:endParaRPr lang="en-US" dirty="0"/>
          </a:p>
        </p:txBody>
      </p:sp>
      <p:pic>
        <p:nvPicPr>
          <p:cNvPr id="18" name="Picture 17">
            <a:extLst>
              <a:ext uri="{FF2B5EF4-FFF2-40B4-BE49-F238E27FC236}">
                <a16:creationId xmlns:a16="http://schemas.microsoft.com/office/drawing/2014/main" id="{3F628E4E-7D92-2696-C967-238AE8D19297}"/>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pic>
        <p:nvPicPr>
          <p:cNvPr id="28" name="Picture 2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78656" y="656757"/>
            <a:ext cx="292100" cy="292100"/>
          </a:xfrm>
          <a:prstGeom prst="rect">
            <a:avLst/>
          </a:prstGeom>
        </p:spPr>
      </p:pic>
      <p:pic>
        <p:nvPicPr>
          <p:cNvPr id="19" name="Picture 18"/>
          <p:cNvPicPr>
            <a:picLocks noChangeAspect="1"/>
          </p:cNvPicPr>
          <p:nvPr userDrawn="1"/>
        </p:nvPicPr>
        <p:blipFill>
          <a:blip r:embed="rId4"/>
          <a:stretch>
            <a:fillRect/>
          </a:stretch>
        </p:blipFill>
        <p:spPr>
          <a:xfrm>
            <a:off x="11987783" y="93587"/>
            <a:ext cx="107165" cy="107007"/>
          </a:xfrm>
          <a:prstGeom prst="rect">
            <a:avLst/>
          </a:prstGeom>
        </p:spPr>
      </p:pic>
      <p:sp>
        <p:nvSpPr>
          <p:cNvPr id="3" name="Slide Number Placeholder 5">
            <a:extLst>
              <a:ext uri="{FF2B5EF4-FFF2-40B4-BE49-F238E27FC236}">
                <a16:creationId xmlns:a16="http://schemas.microsoft.com/office/drawing/2014/main" id="{ACD306E5-CFB4-AF8E-362E-7264A2EE8FC3}"/>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4" name="Rectangle 3">
            <a:extLst>
              <a:ext uri="{FF2B5EF4-FFF2-40B4-BE49-F238E27FC236}">
                <a16:creationId xmlns:a16="http://schemas.microsoft.com/office/drawing/2014/main" id="{17E40D7E-4410-6230-80DF-9F48DDD5A2AE}"/>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5" name="Rectangle 4">
            <a:extLst>
              <a:ext uri="{FF2B5EF4-FFF2-40B4-BE49-F238E27FC236}">
                <a16:creationId xmlns:a16="http://schemas.microsoft.com/office/drawing/2014/main" id="{F571A584-94A8-DB0F-72C3-58733380A872}"/>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9E163D15-A7C4-C136-3C34-D85D43DF91DC}"/>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CCA5ACA2-579F-CD83-86DA-E253A52172C6}"/>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9C5BCA61-C1DF-F935-9A58-6E188F2CB055}"/>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368E80D1-1F87-F099-C499-A6D08F0D1B73}"/>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0" name="TextBox 9">
            <a:extLst>
              <a:ext uri="{FF2B5EF4-FFF2-40B4-BE49-F238E27FC236}">
                <a16:creationId xmlns:a16="http://schemas.microsoft.com/office/drawing/2014/main" id="{87DD4F89-FFA6-2586-6CFF-BAD9CA9BBED0}"/>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34ADDEC2-86AA-36BA-1460-FC4BE106E1D1}"/>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900BAA20-270C-6BB8-126D-274EA4BC3237}"/>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3" name="Footer Placeholder 4">
            <a:extLst>
              <a:ext uri="{FF2B5EF4-FFF2-40B4-BE49-F238E27FC236}">
                <a16:creationId xmlns:a16="http://schemas.microsoft.com/office/drawing/2014/main" id="{5E3DB167-B4F8-7DE2-3FE9-16BA7DFC448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22957592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Blank White">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B977A98-B16D-37D0-150B-AA6EC7793AF8}"/>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pic>
        <p:nvPicPr>
          <p:cNvPr id="15" name="Picture 14"/>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00AAABEF-0466-E8D9-7159-4498725EB239}"/>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AB5B4BC4-A4A2-B7AE-36B8-5F8601CBD240}"/>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D43324B4-3F68-C3A0-CCD5-76223DA44378}"/>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CCAF8661-5038-9FE1-BBA8-946867DADAB0}"/>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9C383C5A-EDBD-9F53-185B-2E7B394F3459}"/>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4FA2C68B-0393-7A63-49AA-3FFE7FE14C79}"/>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E0CA16E1-AF2D-D0AA-1F01-070BA884ACD9}"/>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7BCC7B34-3035-0952-6B45-935B76D988E3}"/>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1" name="Picture 10">
            <a:extLst>
              <a:ext uri="{FF2B5EF4-FFF2-40B4-BE49-F238E27FC236}">
                <a16:creationId xmlns:a16="http://schemas.microsoft.com/office/drawing/2014/main" id="{2A7B063C-9DEE-224B-8FD3-B578122F7010}"/>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2" name="Date Placeholder 3">
            <a:extLst>
              <a:ext uri="{FF2B5EF4-FFF2-40B4-BE49-F238E27FC236}">
                <a16:creationId xmlns:a16="http://schemas.microsoft.com/office/drawing/2014/main" id="{AA004C0A-B376-851D-1C1F-61573C0B972E}"/>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6" name="Footer Placeholder 4">
            <a:extLst>
              <a:ext uri="{FF2B5EF4-FFF2-40B4-BE49-F238E27FC236}">
                <a16:creationId xmlns:a16="http://schemas.microsoft.com/office/drawing/2014/main" id="{AD28DB7B-FFF4-7151-C18D-3C7D5D9D8F6F}"/>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1263690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Blue 1">
    <p:bg>
      <p:bgPr>
        <a:solidFill>
          <a:srgbClr val="1F5CA9"/>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FF29CC0-A8E3-7B26-83F7-23FD30C83BAD}"/>
              </a:ext>
            </a:extLst>
          </p:cNvPr>
          <p:cNvPicPr>
            <a:picLocks noChangeAspect="1"/>
          </p:cNvPicPr>
          <p:nvPr userDrawn="1"/>
        </p:nvPicPr>
        <p:blipFill>
          <a:blip r:embed="rId2">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sp>
        <p:nvSpPr>
          <p:cNvPr id="13" name="Rectangle 12">
            <a:extLst>
              <a:ext uri="{FF2B5EF4-FFF2-40B4-BE49-F238E27FC236}">
                <a16:creationId xmlns:a16="http://schemas.microsoft.com/office/drawing/2014/main" id="{ECA7CBBB-5BEC-4156-BB0B-762A1656305F}"/>
              </a:ext>
            </a:extLst>
          </p:cNvPr>
          <p:cNvSpPr/>
          <p:nvPr userDrawn="1"/>
        </p:nvSpPr>
        <p:spPr>
          <a:xfrm>
            <a:off x="135235" y="6474525"/>
            <a:ext cx="544432"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grpSp>
        <p:nvGrpSpPr>
          <p:cNvPr id="14" name="Group 13">
            <a:extLst>
              <a:ext uri="{FF2B5EF4-FFF2-40B4-BE49-F238E27FC236}">
                <a16:creationId xmlns:a16="http://schemas.microsoft.com/office/drawing/2014/main" id="{44E0175B-DA75-48B5-9D9D-69732B703EF5}"/>
              </a:ext>
            </a:extLst>
          </p:cNvPr>
          <p:cNvGrpSpPr/>
          <p:nvPr userDrawn="1"/>
        </p:nvGrpSpPr>
        <p:grpSpPr>
          <a:xfrm>
            <a:off x="205437" y="6454898"/>
            <a:ext cx="544432" cy="365125"/>
            <a:chOff x="119712" y="6454898"/>
            <a:chExt cx="544432" cy="365125"/>
          </a:xfrm>
        </p:grpSpPr>
        <p:sp>
          <p:nvSpPr>
            <p:cNvPr id="20" name="Rectangle 19">
              <a:extLst>
                <a:ext uri="{FF2B5EF4-FFF2-40B4-BE49-F238E27FC236}">
                  <a16:creationId xmlns:a16="http://schemas.microsoft.com/office/drawing/2014/main" id="{3FADB430-7D50-4978-89C8-6C6EBBB3035E}"/>
                </a:ext>
              </a:extLst>
            </p:cNvPr>
            <p:cNvSpPr/>
            <p:nvPr userDrawn="1"/>
          </p:nvSpPr>
          <p:spPr>
            <a:xfrm>
              <a:off x="119712" y="6488235"/>
              <a:ext cx="544432" cy="298450"/>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21" name="Slide Number Placeholder 5">
              <a:extLst>
                <a:ext uri="{FF2B5EF4-FFF2-40B4-BE49-F238E27FC236}">
                  <a16:creationId xmlns:a16="http://schemas.microsoft.com/office/drawing/2014/main" id="{7688F936-0D30-441F-BBA9-66AE32197B6A}"/>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grpSp>
      <p:sp>
        <p:nvSpPr>
          <p:cNvPr id="22" name="Date Placeholder 3">
            <a:extLst>
              <a:ext uri="{FF2B5EF4-FFF2-40B4-BE49-F238E27FC236}">
                <a16:creationId xmlns:a16="http://schemas.microsoft.com/office/drawing/2014/main" id="{4F36C960-0DDB-40F7-96C6-0E5E092E47ED}"/>
              </a:ext>
            </a:extLst>
          </p:cNvPr>
          <p:cNvSpPr>
            <a:spLocks noGrp="1"/>
          </p:cNvSpPr>
          <p:nvPr>
            <p:ph type="dt" sz="half" idx="10"/>
          </p:nvPr>
        </p:nvSpPr>
        <p:spPr>
          <a:xfrm>
            <a:off x="914400" y="6548263"/>
            <a:ext cx="2743200"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29-Nov-25</a:t>
            </a:fld>
            <a:endParaRPr lang="en-US"/>
          </a:p>
        </p:txBody>
      </p:sp>
      <p:sp>
        <p:nvSpPr>
          <p:cNvPr id="24" name="Footer Placeholder 4">
            <a:extLst>
              <a:ext uri="{FF2B5EF4-FFF2-40B4-BE49-F238E27FC236}">
                <a16:creationId xmlns:a16="http://schemas.microsoft.com/office/drawing/2014/main" id="{EB56B231-F846-4811-B632-4AB4BAA986FB}"/>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
        <p:nvSpPr>
          <p:cNvPr id="31" name="TextBox 30">
            <a:extLst>
              <a:ext uri="{FF2B5EF4-FFF2-40B4-BE49-F238E27FC236}">
                <a16:creationId xmlns:a16="http://schemas.microsoft.com/office/drawing/2014/main" id="{44250632-77FB-405A-BBE8-9981579CE7EF}"/>
              </a:ext>
            </a:extLst>
          </p:cNvPr>
          <p:cNvSpPr txBox="1"/>
          <p:nvPr/>
        </p:nvSpPr>
        <p:spPr>
          <a:xfrm>
            <a:off x="8176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sp>
        <p:nvSpPr>
          <p:cNvPr id="32" name="TextBox 31">
            <a:extLst>
              <a:ext uri="{FF2B5EF4-FFF2-40B4-BE49-F238E27FC236}">
                <a16:creationId xmlns:a16="http://schemas.microsoft.com/office/drawing/2014/main" id="{12F06559-0D08-475B-BB2B-C2AD79E1EA9A}"/>
              </a:ext>
            </a:extLst>
          </p:cNvPr>
          <p:cNvSpPr txBox="1"/>
          <p:nvPr userDrawn="1"/>
        </p:nvSpPr>
        <p:spPr>
          <a:xfrm>
            <a:off x="10536385" y="6467840"/>
            <a:ext cx="1502334"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pic>
        <p:nvPicPr>
          <p:cNvPr id="33" name="Picture 32">
            <a:extLst>
              <a:ext uri="{FF2B5EF4-FFF2-40B4-BE49-F238E27FC236}">
                <a16:creationId xmlns:a16="http://schemas.microsoft.com/office/drawing/2014/main" id="{7A2DBFB6-FB51-4349-AD79-DB5E3B289A6C}"/>
              </a:ext>
            </a:extLst>
          </p:cNvPr>
          <p:cNvPicPr>
            <a:picLocks noChangeAspect="1"/>
          </p:cNvPicPr>
          <p:nvPr userDrawn="1"/>
        </p:nvPicPr>
        <p:blipFill>
          <a:blip r:embed="rId3"/>
          <a:stretch>
            <a:fillRect/>
          </a:stretch>
        </p:blipFill>
        <p:spPr>
          <a:xfrm>
            <a:off x="2602785" y="6488354"/>
            <a:ext cx="9336024" cy="118217"/>
          </a:xfrm>
          <a:prstGeom prst="rect">
            <a:avLst/>
          </a:prstGeom>
        </p:spPr>
      </p:pic>
      <p:sp>
        <p:nvSpPr>
          <p:cNvPr id="15" name="TextBox 14">
            <a:extLst>
              <a:ext uri="{FF2B5EF4-FFF2-40B4-BE49-F238E27FC236}">
                <a16:creationId xmlns:a16="http://schemas.microsoft.com/office/drawing/2014/main" id="{E3741078-A544-42D3-8CE7-5F2F115BABE0}"/>
              </a:ext>
            </a:extLst>
          </p:cNvPr>
          <p:cNvSpPr txBox="1"/>
          <p:nvPr userDrawn="1"/>
        </p:nvSpPr>
        <p:spPr>
          <a:xfrm>
            <a:off x="8176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grpSp>
        <p:nvGrpSpPr>
          <p:cNvPr id="2" name="Group 1">
            <a:extLst>
              <a:ext uri="{FF2B5EF4-FFF2-40B4-BE49-F238E27FC236}">
                <a16:creationId xmlns:a16="http://schemas.microsoft.com/office/drawing/2014/main" id="{99C7F682-0100-EB65-9EF7-68F4E1527F64}"/>
              </a:ext>
            </a:extLst>
          </p:cNvPr>
          <p:cNvGrpSpPr/>
          <p:nvPr userDrawn="1"/>
        </p:nvGrpSpPr>
        <p:grpSpPr>
          <a:xfrm rot="5400000" flipH="1">
            <a:off x="11994349" y="89858"/>
            <a:ext cx="108319" cy="107166"/>
            <a:chOff x="9886950" y="442913"/>
            <a:chExt cx="216694" cy="214386"/>
          </a:xfrm>
        </p:grpSpPr>
        <p:sp>
          <p:nvSpPr>
            <p:cNvPr id="3" name="Rectangle: Rounded Corners 2">
              <a:extLst>
                <a:ext uri="{FF2B5EF4-FFF2-40B4-BE49-F238E27FC236}">
                  <a16:creationId xmlns:a16="http://schemas.microsoft.com/office/drawing/2014/main" id="{7B12206D-0D33-F7BF-D5C3-71176B0C507A}"/>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6958F7DE-9367-1A7B-0471-C642F47C03A3}"/>
                </a:ext>
              </a:extLst>
            </p:cNvPr>
            <p:cNvSpPr/>
            <p:nvPr userDrawn="1"/>
          </p:nvSpPr>
          <p:spPr>
            <a:xfrm>
              <a:off x="10006013" y="559668"/>
              <a:ext cx="97631" cy="97631"/>
            </a:xfrm>
            <a:prstGeom prst="roundRect">
              <a:avLst/>
            </a:prstGeom>
            <a:solidFill>
              <a:srgbClr val="00AF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5FF2EDA6-9276-E821-1BDA-7B118853E64D}"/>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546084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Blue 2">
    <p:bg>
      <p:bgPr>
        <a:solidFill>
          <a:srgbClr val="00B0F0"/>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A39DEC0-0415-D667-18C3-EEA5AEBABEAC}"/>
              </a:ext>
            </a:extLst>
          </p:cNvPr>
          <p:cNvPicPr>
            <a:picLocks noChangeAspect="1"/>
          </p:cNvPicPr>
          <p:nvPr userDrawn="1"/>
        </p:nvPicPr>
        <p:blipFill>
          <a:blip r:embed="rId2">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4369124" y="1727802"/>
            <a:ext cx="3453753" cy="3402396"/>
          </a:xfrm>
          <a:prstGeom prst="rect">
            <a:avLst/>
          </a:prstGeom>
        </p:spPr>
      </p:pic>
      <p:grpSp>
        <p:nvGrpSpPr>
          <p:cNvPr id="6" name="Group 5">
            <a:extLst>
              <a:ext uri="{FF2B5EF4-FFF2-40B4-BE49-F238E27FC236}">
                <a16:creationId xmlns:a16="http://schemas.microsoft.com/office/drawing/2014/main" id="{E74BF315-D1FC-6421-060B-3FFD387F1B1D}"/>
              </a:ext>
            </a:extLst>
          </p:cNvPr>
          <p:cNvGrpSpPr/>
          <p:nvPr userDrawn="1"/>
        </p:nvGrpSpPr>
        <p:grpSpPr>
          <a:xfrm rot="5400000" flipH="1">
            <a:off x="11994349" y="89858"/>
            <a:ext cx="108319" cy="107166"/>
            <a:chOff x="9886950" y="442913"/>
            <a:chExt cx="216694" cy="214386"/>
          </a:xfrm>
        </p:grpSpPr>
        <p:sp>
          <p:nvSpPr>
            <p:cNvPr id="7" name="Rectangle: Rounded Corners 6">
              <a:extLst>
                <a:ext uri="{FF2B5EF4-FFF2-40B4-BE49-F238E27FC236}">
                  <a16:creationId xmlns:a16="http://schemas.microsoft.com/office/drawing/2014/main" id="{D2D3478F-4D6B-F3FC-93EE-781955B168ED}"/>
                </a:ext>
              </a:extLst>
            </p:cNvPr>
            <p:cNvSpPr/>
            <p:nvPr userDrawn="1"/>
          </p:nvSpPr>
          <p:spPr>
            <a:xfrm>
              <a:off x="9886950" y="442913"/>
              <a:ext cx="97631" cy="97631"/>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F30E6027-7A58-80A0-C4DE-BD292242A19B}"/>
                </a:ext>
              </a:extLst>
            </p:cNvPr>
            <p:cNvSpPr/>
            <p:nvPr userDrawn="1"/>
          </p:nvSpPr>
          <p:spPr>
            <a:xfrm>
              <a:off x="10006013" y="559668"/>
              <a:ext cx="97631" cy="97631"/>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EC39217D-11B2-EC58-7DB9-670BADCEC0E6}"/>
                </a:ext>
              </a:extLst>
            </p:cNvPr>
            <p:cNvSpPr/>
            <p:nvPr userDrawn="1"/>
          </p:nvSpPr>
          <p:spPr>
            <a:xfrm>
              <a:off x="10006013" y="442913"/>
              <a:ext cx="97631" cy="97631"/>
            </a:xfrm>
            <a:prstGeom prst="roundRect">
              <a:avLst/>
            </a:prstGeom>
            <a:solidFill>
              <a:srgbClr val="CC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 name="Picture 1">
            <a:extLst>
              <a:ext uri="{FF2B5EF4-FFF2-40B4-BE49-F238E27FC236}">
                <a16:creationId xmlns:a16="http://schemas.microsoft.com/office/drawing/2014/main" id="{669E2A5B-C398-3A54-39BB-1A10AD77A4C3}"/>
              </a:ext>
            </a:extLst>
          </p:cNvPr>
          <p:cNvPicPr>
            <a:picLocks noChangeAspect="1"/>
          </p:cNvPicPr>
          <p:nvPr userDrawn="1"/>
        </p:nvPicPr>
        <p:blipFill>
          <a:blip r:embed="rId3"/>
          <a:stretch>
            <a:fillRect/>
          </a:stretch>
        </p:blipFill>
        <p:spPr>
          <a:xfrm>
            <a:off x="2599612" y="6488270"/>
            <a:ext cx="9336024" cy="118110"/>
          </a:xfrm>
          <a:prstGeom prst="rect">
            <a:avLst/>
          </a:prstGeom>
        </p:spPr>
      </p:pic>
      <p:sp>
        <p:nvSpPr>
          <p:cNvPr id="3" name="Slide Number Placeholder 5">
            <a:extLst>
              <a:ext uri="{FF2B5EF4-FFF2-40B4-BE49-F238E27FC236}">
                <a16:creationId xmlns:a16="http://schemas.microsoft.com/office/drawing/2014/main" id="{540C400F-3AEE-5C28-4A10-78CBA14078B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4" name="Rectangle 3">
            <a:extLst>
              <a:ext uri="{FF2B5EF4-FFF2-40B4-BE49-F238E27FC236}">
                <a16:creationId xmlns:a16="http://schemas.microsoft.com/office/drawing/2014/main" id="{3FA79BBA-69C1-570D-F28E-9BB9C6ACBEC1}"/>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5" name="Rectangle 4">
            <a:extLst>
              <a:ext uri="{FF2B5EF4-FFF2-40B4-BE49-F238E27FC236}">
                <a16:creationId xmlns:a16="http://schemas.microsoft.com/office/drawing/2014/main" id="{ACC30C32-8749-8F9D-AFB9-200DC55D9965}"/>
              </a:ext>
            </a:extLst>
          </p:cNvPr>
          <p:cNvSpPr/>
          <p:nvPr userDrawn="1"/>
        </p:nvSpPr>
        <p:spPr>
          <a:xfrm>
            <a:off x="11577955" y="6548263"/>
            <a:ext cx="340536" cy="170378"/>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11" name="Slide Number Placeholder 5">
            <a:extLst>
              <a:ext uri="{FF2B5EF4-FFF2-40B4-BE49-F238E27FC236}">
                <a16:creationId xmlns:a16="http://schemas.microsoft.com/office/drawing/2014/main" id="{636664E3-F587-5BFA-8277-C0DDF1B0FB4D}"/>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12" name="Group 11">
            <a:extLst>
              <a:ext uri="{FF2B5EF4-FFF2-40B4-BE49-F238E27FC236}">
                <a16:creationId xmlns:a16="http://schemas.microsoft.com/office/drawing/2014/main" id="{7AF36890-856E-2F7B-8E55-A33B790D7C18}"/>
              </a:ext>
            </a:extLst>
          </p:cNvPr>
          <p:cNvGrpSpPr/>
          <p:nvPr userDrawn="1"/>
        </p:nvGrpSpPr>
        <p:grpSpPr>
          <a:xfrm>
            <a:off x="817685" y="6410864"/>
            <a:ext cx="2760487" cy="403790"/>
            <a:chOff x="741485" y="6410864"/>
            <a:chExt cx="2760487" cy="403790"/>
          </a:xfrm>
        </p:grpSpPr>
        <p:sp>
          <p:nvSpPr>
            <p:cNvPr id="13" name="TextBox 12">
              <a:extLst>
                <a:ext uri="{FF2B5EF4-FFF2-40B4-BE49-F238E27FC236}">
                  <a16:creationId xmlns:a16="http://schemas.microsoft.com/office/drawing/2014/main" id="{63B2CBB7-80CC-0503-06CA-B293272E754B}"/>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chemeClr val="bg1"/>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chemeClr val="bg1"/>
                </a:solidFill>
                <a:effectLst/>
                <a:uLnTx/>
                <a:uFillTx/>
                <a:latin typeface="Readex Pro" pitchFamily="2" charset="-78"/>
                <a:ea typeface="+mn-ea"/>
                <a:cs typeface="+mn-cs"/>
              </a:endParaRPr>
            </a:p>
          </p:txBody>
        </p:sp>
        <p:sp>
          <p:nvSpPr>
            <p:cNvPr id="15" name="TextBox 14">
              <a:extLst>
                <a:ext uri="{FF2B5EF4-FFF2-40B4-BE49-F238E27FC236}">
                  <a16:creationId xmlns:a16="http://schemas.microsoft.com/office/drawing/2014/main" id="{6E49DC9B-DB28-1334-ACD6-A7837974CC5D}"/>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chemeClr val="bg1"/>
                  </a:solidFill>
                  <a:latin typeface="K2D" panose="00000500000000000000" pitchFamily="2" charset="-34"/>
                </a:rPr>
                <a:t>ĐẠI HỌC CẦN THƠ</a:t>
              </a:r>
              <a:endParaRPr lang="en-US" sz="1400" b="1">
                <a:solidFill>
                  <a:schemeClr val="bg1"/>
                </a:solidFill>
                <a:latin typeface="K2D" panose="00000500000000000000" pitchFamily="2" charset="-34"/>
              </a:endParaRPr>
            </a:p>
          </p:txBody>
        </p:sp>
      </p:grpSp>
      <p:sp>
        <p:nvSpPr>
          <p:cNvPr id="16" name="TextBox 15">
            <a:extLst>
              <a:ext uri="{FF2B5EF4-FFF2-40B4-BE49-F238E27FC236}">
                <a16:creationId xmlns:a16="http://schemas.microsoft.com/office/drawing/2014/main" id="{2896B089-ECA6-A22E-B1B3-DEA30DA3A29D}"/>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chemeClr val="bg1"/>
                </a:solidFill>
                <a:latin typeface="K2D" panose="00000500000000000000" pitchFamily="2" charset="-34"/>
                <a:cs typeface="Readex Pro" pitchFamily="2" charset="-78"/>
              </a:rPr>
              <a:t>www.ctu.edu.vn</a:t>
            </a:r>
          </a:p>
        </p:txBody>
      </p:sp>
      <p:sp>
        <p:nvSpPr>
          <p:cNvPr id="18" name="Date Placeholder 3">
            <a:extLst>
              <a:ext uri="{FF2B5EF4-FFF2-40B4-BE49-F238E27FC236}">
                <a16:creationId xmlns:a16="http://schemas.microsoft.com/office/drawing/2014/main" id="{3CA8C4BA-A884-9E59-FFE3-0B919D005D37}"/>
              </a:ext>
            </a:extLst>
          </p:cNvPr>
          <p:cNvSpPr>
            <a:spLocks noGrp="1"/>
          </p:cNvSpPr>
          <p:nvPr>
            <p:ph type="dt" sz="half" idx="10"/>
          </p:nvPr>
        </p:nvSpPr>
        <p:spPr>
          <a:xfrm>
            <a:off x="1218484" y="6548263"/>
            <a:ext cx="2381966" cy="365125"/>
          </a:xfrm>
        </p:spPr>
        <p:txBody>
          <a:bodyPr/>
          <a:lstStyle>
            <a:lvl1pPr algn="r">
              <a:defRPr b="1">
                <a:solidFill>
                  <a:schemeClr val="bg1"/>
                </a:solidFill>
                <a:latin typeface="K2D" panose="00000500000000000000" pitchFamily="2" charset="-34"/>
              </a:defRPr>
            </a:lvl1pPr>
          </a:lstStyle>
          <a:p>
            <a:fld id="{D86B3AB3-BDCC-41BF-8781-963E853753C3}" type="datetime1">
              <a:rPr lang="en-US" smtClean="0"/>
              <a:pPr/>
              <a:t>29-Nov-25</a:t>
            </a:fld>
            <a:endParaRPr lang="en-US"/>
          </a:p>
        </p:txBody>
      </p:sp>
      <p:sp>
        <p:nvSpPr>
          <p:cNvPr id="21" name="Footer Placeholder 4">
            <a:extLst>
              <a:ext uri="{FF2B5EF4-FFF2-40B4-BE49-F238E27FC236}">
                <a16:creationId xmlns:a16="http://schemas.microsoft.com/office/drawing/2014/main" id="{79B8DE1D-7394-99A3-7495-C14CDDA1EC25}"/>
              </a:ext>
            </a:extLst>
          </p:cNvPr>
          <p:cNvSpPr>
            <a:spLocks noGrp="1"/>
          </p:cNvSpPr>
          <p:nvPr>
            <p:ph type="ftr" sz="quarter" idx="11"/>
          </p:nvPr>
        </p:nvSpPr>
        <p:spPr>
          <a:xfrm>
            <a:off x="4038600" y="6548263"/>
            <a:ext cx="4114800" cy="365125"/>
          </a:xfrm>
        </p:spPr>
        <p:txBody>
          <a:bodyPr/>
          <a:lstStyle>
            <a:lvl1pPr algn="l">
              <a:defRPr b="1">
                <a:solidFill>
                  <a:schemeClr val="bg1"/>
                </a:solidFill>
                <a:latin typeface="K2D" panose="00000500000000000000" pitchFamily="2" charset="-34"/>
              </a:defRPr>
            </a:lvl1pPr>
          </a:lstStyle>
          <a:p>
            <a:endParaRPr lang="en-US"/>
          </a:p>
        </p:txBody>
      </p:sp>
    </p:spTree>
    <p:extLst>
      <p:ext uri="{BB962C8B-B14F-4D97-AF65-F5344CB8AC3E}">
        <p14:creationId xmlns:p14="http://schemas.microsoft.com/office/powerpoint/2010/main" val="357117270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acbook 1">
    <p:spTree>
      <p:nvGrpSpPr>
        <p:cNvPr id="1" name=""/>
        <p:cNvGrpSpPr/>
        <p:nvPr/>
      </p:nvGrpSpPr>
      <p:grpSpPr>
        <a:xfrm>
          <a:off x="0" y="0"/>
          <a:ext cx="0" cy="0"/>
          <a:chOff x="0" y="0"/>
          <a:chExt cx="0" cy="0"/>
        </a:xfrm>
      </p:grpSpPr>
      <p:grpSp>
        <p:nvGrpSpPr>
          <p:cNvPr id="10" name="9Slide.vn 1">
            <a:extLst>
              <a:ext uri="{FF2B5EF4-FFF2-40B4-BE49-F238E27FC236}">
                <a16:creationId xmlns:a16="http://schemas.microsoft.com/office/drawing/2014/main" id="{2946107B-86B5-4108-B9D9-FBE88B6AF6A9}"/>
              </a:ext>
            </a:extLst>
          </p:cNvPr>
          <p:cNvGrpSpPr/>
          <p:nvPr userDrawn="1"/>
        </p:nvGrpSpPr>
        <p:grpSpPr>
          <a:xfrm>
            <a:off x="2262706" y="1080007"/>
            <a:ext cx="7666588" cy="4425443"/>
            <a:chOff x="2738438" y="30163"/>
            <a:chExt cx="11828463" cy="6827838"/>
          </a:xfrm>
        </p:grpSpPr>
        <p:sp>
          <p:nvSpPr>
            <p:cNvPr id="17" name="9Slide.vn 2">
              <a:extLst>
                <a:ext uri="{FF2B5EF4-FFF2-40B4-BE49-F238E27FC236}">
                  <a16:creationId xmlns:a16="http://schemas.microsoft.com/office/drawing/2014/main" id="{4C6E1B3E-70F8-4E17-8666-2C90A7910CF5}"/>
                </a:ext>
              </a:extLst>
            </p:cNvPr>
            <p:cNvSpPr>
              <a:spLocks/>
            </p:cNvSpPr>
            <p:nvPr/>
          </p:nvSpPr>
          <p:spPr bwMode="auto">
            <a:xfrm>
              <a:off x="3821113" y="30163"/>
              <a:ext cx="9663113" cy="6823075"/>
            </a:xfrm>
            <a:custGeom>
              <a:avLst/>
              <a:gdLst>
                <a:gd name="T0" fmla="*/ 201 w 6087"/>
                <a:gd name="T1" fmla="*/ 4298 h 4298"/>
                <a:gd name="T2" fmla="*/ 181 w 6087"/>
                <a:gd name="T3" fmla="*/ 4298 h 4298"/>
                <a:gd name="T4" fmla="*/ 141 w 6087"/>
                <a:gd name="T5" fmla="*/ 4289 h 4298"/>
                <a:gd name="T6" fmla="*/ 106 w 6087"/>
                <a:gd name="T7" fmla="*/ 4274 h 4298"/>
                <a:gd name="T8" fmla="*/ 74 w 6087"/>
                <a:gd name="T9" fmla="*/ 4252 h 4298"/>
                <a:gd name="T10" fmla="*/ 47 w 6087"/>
                <a:gd name="T11" fmla="*/ 4225 h 4298"/>
                <a:gd name="T12" fmla="*/ 25 w 6087"/>
                <a:gd name="T13" fmla="*/ 4193 h 4298"/>
                <a:gd name="T14" fmla="*/ 10 w 6087"/>
                <a:gd name="T15" fmla="*/ 4158 h 4298"/>
                <a:gd name="T16" fmla="*/ 1 w 6087"/>
                <a:gd name="T17" fmla="*/ 4118 h 4298"/>
                <a:gd name="T18" fmla="*/ 0 w 6087"/>
                <a:gd name="T19" fmla="*/ 201 h 4298"/>
                <a:gd name="T20" fmla="*/ 1 w 6087"/>
                <a:gd name="T21" fmla="*/ 181 h 4298"/>
                <a:gd name="T22" fmla="*/ 10 w 6087"/>
                <a:gd name="T23" fmla="*/ 141 h 4298"/>
                <a:gd name="T24" fmla="*/ 25 w 6087"/>
                <a:gd name="T25" fmla="*/ 105 h 4298"/>
                <a:gd name="T26" fmla="*/ 47 w 6087"/>
                <a:gd name="T27" fmla="*/ 74 h 4298"/>
                <a:gd name="T28" fmla="*/ 74 w 6087"/>
                <a:gd name="T29" fmla="*/ 47 h 4298"/>
                <a:gd name="T30" fmla="*/ 106 w 6087"/>
                <a:gd name="T31" fmla="*/ 25 h 4298"/>
                <a:gd name="T32" fmla="*/ 141 w 6087"/>
                <a:gd name="T33" fmla="*/ 10 h 4298"/>
                <a:gd name="T34" fmla="*/ 181 w 6087"/>
                <a:gd name="T35" fmla="*/ 1 h 4298"/>
                <a:gd name="T36" fmla="*/ 5887 w 6087"/>
                <a:gd name="T37" fmla="*/ 0 h 4298"/>
                <a:gd name="T38" fmla="*/ 5907 w 6087"/>
                <a:gd name="T39" fmla="*/ 1 h 4298"/>
                <a:gd name="T40" fmla="*/ 5946 w 6087"/>
                <a:gd name="T41" fmla="*/ 10 h 4298"/>
                <a:gd name="T42" fmla="*/ 5983 w 6087"/>
                <a:gd name="T43" fmla="*/ 25 h 4298"/>
                <a:gd name="T44" fmla="*/ 6015 w 6087"/>
                <a:gd name="T45" fmla="*/ 47 h 4298"/>
                <a:gd name="T46" fmla="*/ 6042 w 6087"/>
                <a:gd name="T47" fmla="*/ 74 h 4298"/>
                <a:gd name="T48" fmla="*/ 6064 w 6087"/>
                <a:gd name="T49" fmla="*/ 105 h 4298"/>
                <a:gd name="T50" fmla="*/ 6079 w 6087"/>
                <a:gd name="T51" fmla="*/ 141 h 4298"/>
                <a:gd name="T52" fmla="*/ 6087 w 6087"/>
                <a:gd name="T53" fmla="*/ 181 h 4298"/>
                <a:gd name="T54" fmla="*/ 6087 w 6087"/>
                <a:gd name="T55" fmla="*/ 4097 h 4298"/>
                <a:gd name="T56" fmla="*/ 6087 w 6087"/>
                <a:gd name="T57" fmla="*/ 4118 h 4298"/>
                <a:gd name="T58" fmla="*/ 6079 w 6087"/>
                <a:gd name="T59" fmla="*/ 4158 h 4298"/>
                <a:gd name="T60" fmla="*/ 6064 w 6087"/>
                <a:gd name="T61" fmla="*/ 4193 h 4298"/>
                <a:gd name="T62" fmla="*/ 6042 w 6087"/>
                <a:gd name="T63" fmla="*/ 4225 h 4298"/>
                <a:gd name="T64" fmla="*/ 6015 w 6087"/>
                <a:gd name="T65" fmla="*/ 4252 h 4298"/>
                <a:gd name="T66" fmla="*/ 5983 w 6087"/>
                <a:gd name="T67" fmla="*/ 4274 h 4298"/>
                <a:gd name="T68" fmla="*/ 5946 w 6087"/>
                <a:gd name="T69" fmla="*/ 4289 h 4298"/>
                <a:gd name="T70" fmla="*/ 5907 w 6087"/>
                <a:gd name="T71" fmla="*/ 4298 h 4298"/>
                <a:gd name="T72" fmla="*/ 5887 w 6087"/>
                <a:gd name="T73" fmla="*/ 4298 h 4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87" h="4298">
                  <a:moveTo>
                    <a:pt x="5887" y="4298"/>
                  </a:moveTo>
                  <a:lnTo>
                    <a:pt x="201" y="4298"/>
                  </a:lnTo>
                  <a:lnTo>
                    <a:pt x="201" y="4298"/>
                  </a:lnTo>
                  <a:lnTo>
                    <a:pt x="181" y="4298"/>
                  </a:lnTo>
                  <a:lnTo>
                    <a:pt x="161" y="4294"/>
                  </a:lnTo>
                  <a:lnTo>
                    <a:pt x="141" y="4289"/>
                  </a:lnTo>
                  <a:lnTo>
                    <a:pt x="122" y="4282"/>
                  </a:lnTo>
                  <a:lnTo>
                    <a:pt x="106" y="4274"/>
                  </a:lnTo>
                  <a:lnTo>
                    <a:pt x="89" y="4264"/>
                  </a:lnTo>
                  <a:lnTo>
                    <a:pt x="74" y="4252"/>
                  </a:lnTo>
                  <a:lnTo>
                    <a:pt x="58" y="4239"/>
                  </a:lnTo>
                  <a:lnTo>
                    <a:pt x="47" y="4225"/>
                  </a:lnTo>
                  <a:lnTo>
                    <a:pt x="35" y="4210"/>
                  </a:lnTo>
                  <a:lnTo>
                    <a:pt x="25" y="4193"/>
                  </a:lnTo>
                  <a:lnTo>
                    <a:pt x="16" y="4177"/>
                  </a:lnTo>
                  <a:lnTo>
                    <a:pt x="10" y="4158"/>
                  </a:lnTo>
                  <a:lnTo>
                    <a:pt x="5" y="4138"/>
                  </a:lnTo>
                  <a:lnTo>
                    <a:pt x="1" y="4118"/>
                  </a:lnTo>
                  <a:lnTo>
                    <a:pt x="0" y="4097"/>
                  </a:lnTo>
                  <a:lnTo>
                    <a:pt x="0" y="201"/>
                  </a:lnTo>
                  <a:lnTo>
                    <a:pt x="0" y="201"/>
                  </a:lnTo>
                  <a:lnTo>
                    <a:pt x="1" y="181"/>
                  </a:lnTo>
                  <a:lnTo>
                    <a:pt x="5" y="161"/>
                  </a:lnTo>
                  <a:lnTo>
                    <a:pt x="10" y="141"/>
                  </a:lnTo>
                  <a:lnTo>
                    <a:pt x="16" y="122"/>
                  </a:lnTo>
                  <a:lnTo>
                    <a:pt x="25" y="105"/>
                  </a:lnTo>
                  <a:lnTo>
                    <a:pt x="35" y="89"/>
                  </a:lnTo>
                  <a:lnTo>
                    <a:pt x="47" y="74"/>
                  </a:lnTo>
                  <a:lnTo>
                    <a:pt x="58" y="58"/>
                  </a:lnTo>
                  <a:lnTo>
                    <a:pt x="74" y="47"/>
                  </a:lnTo>
                  <a:lnTo>
                    <a:pt x="89" y="35"/>
                  </a:lnTo>
                  <a:lnTo>
                    <a:pt x="106" y="25"/>
                  </a:lnTo>
                  <a:lnTo>
                    <a:pt x="122" y="16"/>
                  </a:lnTo>
                  <a:lnTo>
                    <a:pt x="141" y="10"/>
                  </a:lnTo>
                  <a:lnTo>
                    <a:pt x="161" y="5"/>
                  </a:lnTo>
                  <a:lnTo>
                    <a:pt x="181" y="1"/>
                  </a:lnTo>
                  <a:lnTo>
                    <a:pt x="201" y="0"/>
                  </a:lnTo>
                  <a:lnTo>
                    <a:pt x="5887" y="0"/>
                  </a:lnTo>
                  <a:lnTo>
                    <a:pt x="5887" y="0"/>
                  </a:lnTo>
                  <a:lnTo>
                    <a:pt x="5907" y="1"/>
                  </a:lnTo>
                  <a:lnTo>
                    <a:pt x="5927" y="5"/>
                  </a:lnTo>
                  <a:lnTo>
                    <a:pt x="5946" y="10"/>
                  </a:lnTo>
                  <a:lnTo>
                    <a:pt x="5964" y="16"/>
                  </a:lnTo>
                  <a:lnTo>
                    <a:pt x="5983" y="25"/>
                  </a:lnTo>
                  <a:lnTo>
                    <a:pt x="6000" y="35"/>
                  </a:lnTo>
                  <a:lnTo>
                    <a:pt x="6015" y="47"/>
                  </a:lnTo>
                  <a:lnTo>
                    <a:pt x="6028" y="58"/>
                  </a:lnTo>
                  <a:lnTo>
                    <a:pt x="6042" y="74"/>
                  </a:lnTo>
                  <a:lnTo>
                    <a:pt x="6054" y="89"/>
                  </a:lnTo>
                  <a:lnTo>
                    <a:pt x="6064" y="105"/>
                  </a:lnTo>
                  <a:lnTo>
                    <a:pt x="6072" y="122"/>
                  </a:lnTo>
                  <a:lnTo>
                    <a:pt x="6079" y="141"/>
                  </a:lnTo>
                  <a:lnTo>
                    <a:pt x="6084" y="161"/>
                  </a:lnTo>
                  <a:lnTo>
                    <a:pt x="6087" y="181"/>
                  </a:lnTo>
                  <a:lnTo>
                    <a:pt x="6087" y="201"/>
                  </a:lnTo>
                  <a:lnTo>
                    <a:pt x="6087" y="4097"/>
                  </a:lnTo>
                  <a:lnTo>
                    <a:pt x="6087" y="4097"/>
                  </a:lnTo>
                  <a:lnTo>
                    <a:pt x="6087" y="4118"/>
                  </a:lnTo>
                  <a:lnTo>
                    <a:pt x="6084" y="4138"/>
                  </a:lnTo>
                  <a:lnTo>
                    <a:pt x="6079" y="4158"/>
                  </a:lnTo>
                  <a:lnTo>
                    <a:pt x="6072" y="4177"/>
                  </a:lnTo>
                  <a:lnTo>
                    <a:pt x="6064" y="4193"/>
                  </a:lnTo>
                  <a:lnTo>
                    <a:pt x="6054" y="4210"/>
                  </a:lnTo>
                  <a:lnTo>
                    <a:pt x="6042" y="4225"/>
                  </a:lnTo>
                  <a:lnTo>
                    <a:pt x="6028" y="4239"/>
                  </a:lnTo>
                  <a:lnTo>
                    <a:pt x="6015" y="4252"/>
                  </a:lnTo>
                  <a:lnTo>
                    <a:pt x="6000" y="4264"/>
                  </a:lnTo>
                  <a:lnTo>
                    <a:pt x="5983" y="4274"/>
                  </a:lnTo>
                  <a:lnTo>
                    <a:pt x="5964" y="4282"/>
                  </a:lnTo>
                  <a:lnTo>
                    <a:pt x="5946" y="4289"/>
                  </a:lnTo>
                  <a:lnTo>
                    <a:pt x="5927" y="4294"/>
                  </a:lnTo>
                  <a:lnTo>
                    <a:pt x="5907" y="4298"/>
                  </a:lnTo>
                  <a:lnTo>
                    <a:pt x="5887" y="4298"/>
                  </a:lnTo>
                  <a:lnTo>
                    <a:pt x="5887" y="4298"/>
                  </a:lnTo>
                  <a:close/>
                </a:path>
              </a:pathLst>
            </a:custGeom>
            <a:gradFill flip="none" rotWithShape="1">
              <a:gsLst>
                <a:gs pos="0">
                  <a:srgbClr val="B0B2B4"/>
                </a:gs>
                <a:gs pos="100000">
                  <a:srgbClr val="DFE0E1"/>
                </a:gs>
              </a:gsLst>
              <a:lin ang="0" scaled="1"/>
              <a:tileRect/>
            </a:gradFill>
            <a:ln>
              <a:noFill/>
            </a:ln>
            <a:effectLst>
              <a:innerShdw blurRad="63500">
                <a:prstClr val="black">
                  <a:alpha val="40000"/>
                </a:prstClr>
              </a:inn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18" name="9Slide.vn 3">
              <a:extLst>
                <a:ext uri="{FF2B5EF4-FFF2-40B4-BE49-F238E27FC236}">
                  <a16:creationId xmlns:a16="http://schemas.microsoft.com/office/drawing/2014/main" id="{1C3B9052-DF89-48DA-900D-596E0ADF2E86}"/>
                </a:ext>
              </a:extLst>
            </p:cNvPr>
            <p:cNvSpPr>
              <a:spLocks/>
            </p:cNvSpPr>
            <p:nvPr/>
          </p:nvSpPr>
          <p:spPr bwMode="auto">
            <a:xfrm>
              <a:off x="3865563" y="74613"/>
              <a:ext cx="9574213" cy="6735763"/>
            </a:xfrm>
            <a:custGeom>
              <a:avLst/>
              <a:gdLst>
                <a:gd name="T0" fmla="*/ 173 w 6031"/>
                <a:gd name="T1" fmla="*/ 0 h 4243"/>
                <a:gd name="T2" fmla="*/ 155 w 6031"/>
                <a:gd name="T3" fmla="*/ 2 h 4243"/>
                <a:gd name="T4" fmla="*/ 121 w 6031"/>
                <a:gd name="T5" fmla="*/ 9 h 4243"/>
                <a:gd name="T6" fmla="*/ 91 w 6031"/>
                <a:gd name="T7" fmla="*/ 22 h 4243"/>
                <a:gd name="T8" fmla="*/ 64 w 6031"/>
                <a:gd name="T9" fmla="*/ 40 h 4243"/>
                <a:gd name="T10" fmla="*/ 41 w 6031"/>
                <a:gd name="T11" fmla="*/ 64 h 4243"/>
                <a:gd name="T12" fmla="*/ 22 w 6031"/>
                <a:gd name="T13" fmla="*/ 91 h 4243"/>
                <a:gd name="T14" fmla="*/ 9 w 6031"/>
                <a:gd name="T15" fmla="*/ 121 h 4243"/>
                <a:gd name="T16" fmla="*/ 2 w 6031"/>
                <a:gd name="T17" fmla="*/ 157 h 4243"/>
                <a:gd name="T18" fmla="*/ 0 w 6031"/>
                <a:gd name="T19" fmla="*/ 4069 h 4243"/>
                <a:gd name="T20" fmla="*/ 2 w 6031"/>
                <a:gd name="T21" fmla="*/ 4086 h 4243"/>
                <a:gd name="T22" fmla="*/ 9 w 6031"/>
                <a:gd name="T23" fmla="*/ 4120 h 4243"/>
                <a:gd name="T24" fmla="*/ 22 w 6031"/>
                <a:gd name="T25" fmla="*/ 4152 h 4243"/>
                <a:gd name="T26" fmla="*/ 41 w 6031"/>
                <a:gd name="T27" fmla="*/ 4179 h 4243"/>
                <a:gd name="T28" fmla="*/ 64 w 6031"/>
                <a:gd name="T29" fmla="*/ 4202 h 4243"/>
                <a:gd name="T30" fmla="*/ 91 w 6031"/>
                <a:gd name="T31" fmla="*/ 4221 h 4243"/>
                <a:gd name="T32" fmla="*/ 121 w 6031"/>
                <a:gd name="T33" fmla="*/ 4234 h 4243"/>
                <a:gd name="T34" fmla="*/ 155 w 6031"/>
                <a:gd name="T35" fmla="*/ 4241 h 4243"/>
                <a:gd name="T36" fmla="*/ 5859 w 6031"/>
                <a:gd name="T37" fmla="*/ 4243 h 4243"/>
                <a:gd name="T38" fmla="*/ 5876 w 6031"/>
                <a:gd name="T39" fmla="*/ 4241 h 4243"/>
                <a:gd name="T40" fmla="*/ 5910 w 6031"/>
                <a:gd name="T41" fmla="*/ 4234 h 4243"/>
                <a:gd name="T42" fmla="*/ 5941 w 6031"/>
                <a:gd name="T43" fmla="*/ 4221 h 4243"/>
                <a:gd name="T44" fmla="*/ 5968 w 6031"/>
                <a:gd name="T45" fmla="*/ 4202 h 4243"/>
                <a:gd name="T46" fmla="*/ 5992 w 6031"/>
                <a:gd name="T47" fmla="*/ 4179 h 4243"/>
                <a:gd name="T48" fmla="*/ 6010 w 6031"/>
                <a:gd name="T49" fmla="*/ 4152 h 4243"/>
                <a:gd name="T50" fmla="*/ 6024 w 6031"/>
                <a:gd name="T51" fmla="*/ 4120 h 4243"/>
                <a:gd name="T52" fmla="*/ 6031 w 6031"/>
                <a:gd name="T53" fmla="*/ 4086 h 4243"/>
                <a:gd name="T54" fmla="*/ 6031 w 6031"/>
                <a:gd name="T55" fmla="*/ 173 h 4243"/>
                <a:gd name="T56" fmla="*/ 6031 w 6031"/>
                <a:gd name="T57" fmla="*/ 157 h 4243"/>
                <a:gd name="T58" fmla="*/ 6024 w 6031"/>
                <a:gd name="T59" fmla="*/ 121 h 4243"/>
                <a:gd name="T60" fmla="*/ 6010 w 6031"/>
                <a:gd name="T61" fmla="*/ 91 h 4243"/>
                <a:gd name="T62" fmla="*/ 5992 w 6031"/>
                <a:gd name="T63" fmla="*/ 64 h 4243"/>
                <a:gd name="T64" fmla="*/ 5968 w 6031"/>
                <a:gd name="T65" fmla="*/ 40 h 4243"/>
                <a:gd name="T66" fmla="*/ 5941 w 6031"/>
                <a:gd name="T67" fmla="*/ 22 h 4243"/>
                <a:gd name="T68" fmla="*/ 5910 w 6031"/>
                <a:gd name="T69" fmla="*/ 9 h 4243"/>
                <a:gd name="T70" fmla="*/ 5876 w 6031"/>
                <a:gd name="T71" fmla="*/ 2 h 4243"/>
                <a:gd name="T72" fmla="*/ 5859 w 6031"/>
                <a:gd name="T73" fmla="*/ 0 h 4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31" h="4243">
                  <a:moveTo>
                    <a:pt x="5859" y="0"/>
                  </a:moveTo>
                  <a:lnTo>
                    <a:pt x="173" y="0"/>
                  </a:lnTo>
                  <a:lnTo>
                    <a:pt x="173" y="0"/>
                  </a:lnTo>
                  <a:lnTo>
                    <a:pt x="155" y="2"/>
                  </a:lnTo>
                  <a:lnTo>
                    <a:pt x="138" y="3"/>
                  </a:lnTo>
                  <a:lnTo>
                    <a:pt x="121" y="9"/>
                  </a:lnTo>
                  <a:lnTo>
                    <a:pt x="106" y="14"/>
                  </a:lnTo>
                  <a:lnTo>
                    <a:pt x="91" y="22"/>
                  </a:lnTo>
                  <a:lnTo>
                    <a:pt x="78" y="30"/>
                  </a:lnTo>
                  <a:lnTo>
                    <a:pt x="64" y="40"/>
                  </a:lnTo>
                  <a:lnTo>
                    <a:pt x="51" y="51"/>
                  </a:lnTo>
                  <a:lnTo>
                    <a:pt x="41" y="64"/>
                  </a:lnTo>
                  <a:lnTo>
                    <a:pt x="30" y="77"/>
                  </a:lnTo>
                  <a:lnTo>
                    <a:pt x="22" y="91"/>
                  </a:lnTo>
                  <a:lnTo>
                    <a:pt x="14" y="106"/>
                  </a:lnTo>
                  <a:lnTo>
                    <a:pt x="9" y="121"/>
                  </a:lnTo>
                  <a:lnTo>
                    <a:pt x="3" y="138"/>
                  </a:lnTo>
                  <a:lnTo>
                    <a:pt x="2" y="157"/>
                  </a:lnTo>
                  <a:lnTo>
                    <a:pt x="0" y="173"/>
                  </a:lnTo>
                  <a:lnTo>
                    <a:pt x="0" y="4069"/>
                  </a:lnTo>
                  <a:lnTo>
                    <a:pt x="0" y="4069"/>
                  </a:lnTo>
                  <a:lnTo>
                    <a:pt x="2" y="4086"/>
                  </a:lnTo>
                  <a:lnTo>
                    <a:pt x="3" y="4105"/>
                  </a:lnTo>
                  <a:lnTo>
                    <a:pt x="9" y="4120"/>
                  </a:lnTo>
                  <a:lnTo>
                    <a:pt x="14" y="4137"/>
                  </a:lnTo>
                  <a:lnTo>
                    <a:pt x="22" y="4152"/>
                  </a:lnTo>
                  <a:lnTo>
                    <a:pt x="30" y="4165"/>
                  </a:lnTo>
                  <a:lnTo>
                    <a:pt x="41" y="4179"/>
                  </a:lnTo>
                  <a:lnTo>
                    <a:pt x="51" y="4192"/>
                  </a:lnTo>
                  <a:lnTo>
                    <a:pt x="64" y="4202"/>
                  </a:lnTo>
                  <a:lnTo>
                    <a:pt x="78" y="4212"/>
                  </a:lnTo>
                  <a:lnTo>
                    <a:pt x="91" y="4221"/>
                  </a:lnTo>
                  <a:lnTo>
                    <a:pt x="106" y="4229"/>
                  </a:lnTo>
                  <a:lnTo>
                    <a:pt x="121" y="4234"/>
                  </a:lnTo>
                  <a:lnTo>
                    <a:pt x="138" y="4239"/>
                  </a:lnTo>
                  <a:lnTo>
                    <a:pt x="155" y="4241"/>
                  </a:lnTo>
                  <a:lnTo>
                    <a:pt x="173" y="4243"/>
                  </a:lnTo>
                  <a:lnTo>
                    <a:pt x="5859" y="4243"/>
                  </a:lnTo>
                  <a:lnTo>
                    <a:pt x="5859" y="4243"/>
                  </a:lnTo>
                  <a:lnTo>
                    <a:pt x="5876" y="4241"/>
                  </a:lnTo>
                  <a:lnTo>
                    <a:pt x="5893" y="4239"/>
                  </a:lnTo>
                  <a:lnTo>
                    <a:pt x="5910" y="4234"/>
                  </a:lnTo>
                  <a:lnTo>
                    <a:pt x="5926" y="4229"/>
                  </a:lnTo>
                  <a:lnTo>
                    <a:pt x="5941" y="4221"/>
                  </a:lnTo>
                  <a:lnTo>
                    <a:pt x="5955" y="4212"/>
                  </a:lnTo>
                  <a:lnTo>
                    <a:pt x="5968" y="4202"/>
                  </a:lnTo>
                  <a:lnTo>
                    <a:pt x="5980" y="4192"/>
                  </a:lnTo>
                  <a:lnTo>
                    <a:pt x="5992" y="4179"/>
                  </a:lnTo>
                  <a:lnTo>
                    <a:pt x="6002" y="4165"/>
                  </a:lnTo>
                  <a:lnTo>
                    <a:pt x="6010" y="4152"/>
                  </a:lnTo>
                  <a:lnTo>
                    <a:pt x="6017" y="4137"/>
                  </a:lnTo>
                  <a:lnTo>
                    <a:pt x="6024" y="4120"/>
                  </a:lnTo>
                  <a:lnTo>
                    <a:pt x="6027" y="4105"/>
                  </a:lnTo>
                  <a:lnTo>
                    <a:pt x="6031" y="4086"/>
                  </a:lnTo>
                  <a:lnTo>
                    <a:pt x="6031" y="4069"/>
                  </a:lnTo>
                  <a:lnTo>
                    <a:pt x="6031" y="173"/>
                  </a:lnTo>
                  <a:lnTo>
                    <a:pt x="6031" y="173"/>
                  </a:lnTo>
                  <a:lnTo>
                    <a:pt x="6031" y="157"/>
                  </a:lnTo>
                  <a:lnTo>
                    <a:pt x="6027" y="138"/>
                  </a:lnTo>
                  <a:lnTo>
                    <a:pt x="6024" y="121"/>
                  </a:lnTo>
                  <a:lnTo>
                    <a:pt x="6017" y="106"/>
                  </a:lnTo>
                  <a:lnTo>
                    <a:pt x="6010" y="91"/>
                  </a:lnTo>
                  <a:lnTo>
                    <a:pt x="6002" y="77"/>
                  </a:lnTo>
                  <a:lnTo>
                    <a:pt x="5992" y="64"/>
                  </a:lnTo>
                  <a:lnTo>
                    <a:pt x="5980" y="51"/>
                  </a:lnTo>
                  <a:lnTo>
                    <a:pt x="5968" y="40"/>
                  </a:lnTo>
                  <a:lnTo>
                    <a:pt x="5955" y="30"/>
                  </a:lnTo>
                  <a:lnTo>
                    <a:pt x="5941" y="22"/>
                  </a:lnTo>
                  <a:lnTo>
                    <a:pt x="5926" y="14"/>
                  </a:lnTo>
                  <a:lnTo>
                    <a:pt x="5910" y="9"/>
                  </a:lnTo>
                  <a:lnTo>
                    <a:pt x="5893" y="3"/>
                  </a:lnTo>
                  <a:lnTo>
                    <a:pt x="5876" y="2"/>
                  </a:lnTo>
                  <a:lnTo>
                    <a:pt x="5859" y="0"/>
                  </a:lnTo>
                  <a:lnTo>
                    <a:pt x="5859" y="0"/>
                  </a:lnTo>
                  <a:close/>
                </a:path>
              </a:pathLst>
            </a:custGeom>
            <a:solidFill>
              <a:srgbClr val="000000"/>
            </a:solidFill>
            <a:ln>
              <a:noFill/>
            </a:ln>
            <a:effectLst>
              <a:outerShdw blurRad="25400" algn="ctr" rotWithShape="0">
                <a:prstClr val="black">
                  <a:alpha val="61000"/>
                </a:prstClr>
              </a:out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19" name="9Slide.vn 4">
              <a:extLst>
                <a:ext uri="{FF2B5EF4-FFF2-40B4-BE49-F238E27FC236}">
                  <a16:creationId xmlns:a16="http://schemas.microsoft.com/office/drawing/2014/main" id="{838BE831-98C4-4DA1-B95C-84B293ECEAEE}"/>
                </a:ext>
              </a:extLst>
            </p:cNvPr>
            <p:cNvSpPr>
              <a:spLocks/>
            </p:cNvSpPr>
            <p:nvPr/>
          </p:nvSpPr>
          <p:spPr bwMode="auto">
            <a:xfrm>
              <a:off x="3892550" y="6342063"/>
              <a:ext cx="9520238" cy="441325"/>
            </a:xfrm>
            <a:custGeom>
              <a:avLst/>
              <a:gdLst>
                <a:gd name="T0" fmla="*/ 156 w 5997"/>
                <a:gd name="T1" fmla="*/ 278 h 278"/>
                <a:gd name="T2" fmla="*/ 5842 w 5997"/>
                <a:gd name="T3" fmla="*/ 278 h 278"/>
                <a:gd name="T4" fmla="*/ 5842 w 5997"/>
                <a:gd name="T5" fmla="*/ 278 h 278"/>
                <a:gd name="T6" fmla="*/ 5857 w 5997"/>
                <a:gd name="T7" fmla="*/ 276 h 278"/>
                <a:gd name="T8" fmla="*/ 5872 w 5997"/>
                <a:gd name="T9" fmla="*/ 275 h 278"/>
                <a:gd name="T10" fmla="*/ 5887 w 5997"/>
                <a:gd name="T11" fmla="*/ 269 h 278"/>
                <a:gd name="T12" fmla="*/ 5903 w 5997"/>
                <a:gd name="T13" fmla="*/ 264 h 278"/>
                <a:gd name="T14" fmla="*/ 5916 w 5997"/>
                <a:gd name="T15" fmla="*/ 258 h 278"/>
                <a:gd name="T16" fmla="*/ 5928 w 5997"/>
                <a:gd name="T17" fmla="*/ 251 h 278"/>
                <a:gd name="T18" fmla="*/ 5941 w 5997"/>
                <a:gd name="T19" fmla="*/ 241 h 278"/>
                <a:gd name="T20" fmla="*/ 5951 w 5997"/>
                <a:gd name="T21" fmla="*/ 231 h 278"/>
                <a:gd name="T22" fmla="*/ 5962 w 5997"/>
                <a:gd name="T23" fmla="*/ 221 h 278"/>
                <a:gd name="T24" fmla="*/ 5970 w 5997"/>
                <a:gd name="T25" fmla="*/ 209 h 278"/>
                <a:gd name="T26" fmla="*/ 5978 w 5997"/>
                <a:gd name="T27" fmla="*/ 195 h 278"/>
                <a:gd name="T28" fmla="*/ 5985 w 5997"/>
                <a:gd name="T29" fmla="*/ 182 h 278"/>
                <a:gd name="T30" fmla="*/ 5990 w 5997"/>
                <a:gd name="T31" fmla="*/ 167 h 278"/>
                <a:gd name="T32" fmla="*/ 5993 w 5997"/>
                <a:gd name="T33" fmla="*/ 153 h 278"/>
                <a:gd name="T34" fmla="*/ 5997 w 5997"/>
                <a:gd name="T35" fmla="*/ 137 h 278"/>
                <a:gd name="T36" fmla="*/ 5997 w 5997"/>
                <a:gd name="T37" fmla="*/ 121 h 278"/>
                <a:gd name="T38" fmla="*/ 5997 w 5997"/>
                <a:gd name="T39" fmla="*/ 0 h 278"/>
                <a:gd name="T40" fmla="*/ 0 w 5997"/>
                <a:gd name="T41" fmla="*/ 0 h 278"/>
                <a:gd name="T42" fmla="*/ 0 w 5997"/>
                <a:gd name="T43" fmla="*/ 121 h 278"/>
                <a:gd name="T44" fmla="*/ 0 w 5997"/>
                <a:gd name="T45" fmla="*/ 121 h 278"/>
                <a:gd name="T46" fmla="*/ 2 w 5997"/>
                <a:gd name="T47" fmla="*/ 137 h 278"/>
                <a:gd name="T48" fmla="*/ 3 w 5997"/>
                <a:gd name="T49" fmla="*/ 153 h 278"/>
                <a:gd name="T50" fmla="*/ 8 w 5997"/>
                <a:gd name="T51" fmla="*/ 167 h 278"/>
                <a:gd name="T52" fmla="*/ 13 w 5997"/>
                <a:gd name="T53" fmla="*/ 182 h 278"/>
                <a:gd name="T54" fmla="*/ 20 w 5997"/>
                <a:gd name="T55" fmla="*/ 195 h 278"/>
                <a:gd name="T56" fmla="*/ 27 w 5997"/>
                <a:gd name="T57" fmla="*/ 209 h 278"/>
                <a:gd name="T58" fmla="*/ 37 w 5997"/>
                <a:gd name="T59" fmla="*/ 221 h 278"/>
                <a:gd name="T60" fmla="*/ 47 w 5997"/>
                <a:gd name="T61" fmla="*/ 231 h 278"/>
                <a:gd name="T62" fmla="*/ 57 w 5997"/>
                <a:gd name="T63" fmla="*/ 241 h 278"/>
                <a:gd name="T64" fmla="*/ 69 w 5997"/>
                <a:gd name="T65" fmla="*/ 251 h 278"/>
                <a:gd name="T66" fmla="*/ 82 w 5997"/>
                <a:gd name="T67" fmla="*/ 258 h 278"/>
                <a:gd name="T68" fmla="*/ 96 w 5997"/>
                <a:gd name="T69" fmla="*/ 264 h 278"/>
                <a:gd name="T70" fmla="*/ 109 w 5997"/>
                <a:gd name="T71" fmla="*/ 269 h 278"/>
                <a:gd name="T72" fmla="*/ 124 w 5997"/>
                <a:gd name="T73" fmla="*/ 275 h 278"/>
                <a:gd name="T74" fmla="*/ 141 w 5997"/>
                <a:gd name="T75" fmla="*/ 276 h 278"/>
                <a:gd name="T76" fmla="*/ 156 w 5997"/>
                <a:gd name="T77" fmla="*/ 278 h 278"/>
                <a:gd name="T78" fmla="*/ 156 w 5997"/>
                <a:gd name="T79" fmla="*/ 278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997" h="278">
                  <a:moveTo>
                    <a:pt x="156" y="278"/>
                  </a:moveTo>
                  <a:lnTo>
                    <a:pt x="5842" y="278"/>
                  </a:lnTo>
                  <a:lnTo>
                    <a:pt x="5842" y="278"/>
                  </a:lnTo>
                  <a:lnTo>
                    <a:pt x="5857" y="276"/>
                  </a:lnTo>
                  <a:lnTo>
                    <a:pt x="5872" y="275"/>
                  </a:lnTo>
                  <a:lnTo>
                    <a:pt x="5887" y="269"/>
                  </a:lnTo>
                  <a:lnTo>
                    <a:pt x="5903" y="264"/>
                  </a:lnTo>
                  <a:lnTo>
                    <a:pt x="5916" y="258"/>
                  </a:lnTo>
                  <a:lnTo>
                    <a:pt x="5928" y="251"/>
                  </a:lnTo>
                  <a:lnTo>
                    <a:pt x="5941" y="241"/>
                  </a:lnTo>
                  <a:lnTo>
                    <a:pt x="5951" y="231"/>
                  </a:lnTo>
                  <a:lnTo>
                    <a:pt x="5962" y="221"/>
                  </a:lnTo>
                  <a:lnTo>
                    <a:pt x="5970" y="209"/>
                  </a:lnTo>
                  <a:lnTo>
                    <a:pt x="5978" y="195"/>
                  </a:lnTo>
                  <a:lnTo>
                    <a:pt x="5985" y="182"/>
                  </a:lnTo>
                  <a:lnTo>
                    <a:pt x="5990" y="167"/>
                  </a:lnTo>
                  <a:lnTo>
                    <a:pt x="5993" y="153"/>
                  </a:lnTo>
                  <a:lnTo>
                    <a:pt x="5997" y="137"/>
                  </a:lnTo>
                  <a:lnTo>
                    <a:pt x="5997" y="121"/>
                  </a:lnTo>
                  <a:lnTo>
                    <a:pt x="5997" y="0"/>
                  </a:lnTo>
                  <a:lnTo>
                    <a:pt x="0" y="0"/>
                  </a:lnTo>
                  <a:lnTo>
                    <a:pt x="0" y="121"/>
                  </a:lnTo>
                  <a:lnTo>
                    <a:pt x="0" y="121"/>
                  </a:lnTo>
                  <a:lnTo>
                    <a:pt x="2" y="137"/>
                  </a:lnTo>
                  <a:lnTo>
                    <a:pt x="3" y="153"/>
                  </a:lnTo>
                  <a:lnTo>
                    <a:pt x="8" y="167"/>
                  </a:lnTo>
                  <a:lnTo>
                    <a:pt x="13" y="182"/>
                  </a:lnTo>
                  <a:lnTo>
                    <a:pt x="20" y="195"/>
                  </a:lnTo>
                  <a:lnTo>
                    <a:pt x="27" y="209"/>
                  </a:lnTo>
                  <a:lnTo>
                    <a:pt x="37" y="221"/>
                  </a:lnTo>
                  <a:lnTo>
                    <a:pt x="47" y="231"/>
                  </a:lnTo>
                  <a:lnTo>
                    <a:pt x="57" y="241"/>
                  </a:lnTo>
                  <a:lnTo>
                    <a:pt x="69" y="251"/>
                  </a:lnTo>
                  <a:lnTo>
                    <a:pt x="82" y="258"/>
                  </a:lnTo>
                  <a:lnTo>
                    <a:pt x="96" y="264"/>
                  </a:lnTo>
                  <a:lnTo>
                    <a:pt x="109" y="269"/>
                  </a:lnTo>
                  <a:lnTo>
                    <a:pt x="124" y="275"/>
                  </a:lnTo>
                  <a:lnTo>
                    <a:pt x="141" y="276"/>
                  </a:lnTo>
                  <a:lnTo>
                    <a:pt x="156" y="278"/>
                  </a:lnTo>
                  <a:lnTo>
                    <a:pt x="156" y="278"/>
                  </a:lnTo>
                  <a:close/>
                </a:path>
              </a:pathLst>
            </a:custGeom>
            <a:solidFill>
              <a:srgbClr val="18181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0" name="9Slide.vn 5">
              <a:extLst>
                <a:ext uri="{FF2B5EF4-FFF2-40B4-BE49-F238E27FC236}">
                  <a16:creationId xmlns:a16="http://schemas.microsoft.com/office/drawing/2014/main" id="{9441EC7C-061E-4558-9FF8-E9B0DA0F84AA}"/>
                </a:ext>
              </a:extLst>
            </p:cNvPr>
            <p:cNvSpPr>
              <a:spLocks noChangeArrowheads="1"/>
            </p:cNvSpPr>
            <p:nvPr/>
          </p:nvSpPr>
          <p:spPr bwMode="auto">
            <a:xfrm>
              <a:off x="4205288" y="533400"/>
              <a:ext cx="8897938" cy="5565775"/>
            </a:xfrm>
            <a:prstGeom prst="rect">
              <a:avLst/>
            </a:prstGeom>
            <a:solidFill>
              <a:srgbClr val="26262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1" name="9Slide.vn 6">
              <a:extLst>
                <a:ext uri="{FF2B5EF4-FFF2-40B4-BE49-F238E27FC236}">
                  <a16:creationId xmlns:a16="http://schemas.microsoft.com/office/drawing/2014/main" id="{F4AB6E09-791B-48E7-B2E0-4762432F77AB}"/>
                </a:ext>
              </a:extLst>
            </p:cNvPr>
            <p:cNvSpPr>
              <a:spLocks/>
            </p:cNvSpPr>
            <p:nvPr/>
          </p:nvSpPr>
          <p:spPr bwMode="auto">
            <a:xfrm>
              <a:off x="2738438" y="6618288"/>
              <a:ext cx="11828463" cy="239713"/>
            </a:xfrm>
            <a:custGeom>
              <a:avLst/>
              <a:gdLst>
                <a:gd name="T0" fmla="*/ 7451 w 7451"/>
                <a:gd name="T1" fmla="*/ 0 h 151"/>
                <a:gd name="T2" fmla="*/ 4441 w 7451"/>
                <a:gd name="T3" fmla="*/ 1 h 151"/>
                <a:gd name="T4" fmla="*/ 4381 w 7451"/>
                <a:gd name="T5" fmla="*/ 35 h 151"/>
                <a:gd name="T6" fmla="*/ 3097 w 7451"/>
                <a:gd name="T7" fmla="*/ 35 h 151"/>
                <a:gd name="T8" fmla="*/ 3020 w 7451"/>
                <a:gd name="T9" fmla="*/ 1 h 151"/>
                <a:gd name="T10" fmla="*/ 0 w 7451"/>
                <a:gd name="T11" fmla="*/ 0 h 151"/>
                <a:gd name="T12" fmla="*/ 0 w 7451"/>
                <a:gd name="T13" fmla="*/ 35 h 151"/>
                <a:gd name="T14" fmla="*/ 0 w 7451"/>
                <a:gd name="T15" fmla="*/ 35 h 151"/>
                <a:gd name="T16" fmla="*/ 61 w 7451"/>
                <a:gd name="T17" fmla="*/ 53 h 151"/>
                <a:gd name="T18" fmla="*/ 98 w 7451"/>
                <a:gd name="T19" fmla="*/ 65 h 151"/>
                <a:gd name="T20" fmla="*/ 140 w 7451"/>
                <a:gd name="T21" fmla="*/ 75 h 151"/>
                <a:gd name="T22" fmla="*/ 140 w 7451"/>
                <a:gd name="T23" fmla="*/ 75 h 151"/>
                <a:gd name="T24" fmla="*/ 168 w 7451"/>
                <a:gd name="T25" fmla="*/ 82 h 151"/>
                <a:gd name="T26" fmla="*/ 216 w 7451"/>
                <a:gd name="T27" fmla="*/ 90 h 151"/>
                <a:gd name="T28" fmla="*/ 286 w 7451"/>
                <a:gd name="T29" fmla="*/ 102 h 151"/>
                <a:gd name="T30" fmla="*/ 384 w 7451"/>
                <a:gd name="T31" fmla="*/ 114 h 151"/>
                <a:gd name="T32" fmla="*/ 384 w 7451"/>
                <a:gd name="T33" fmla="*/ 114 h 151"/>
                <a:gd name="T34" fmla="*/ 438 w 7451"/>
                <a:gd name="T35" fmla="*/ 121 h 151"/>
                <a:gd name="T36" fmla="*/ 510 w 7451"/>
                <a:gd name="T37" fmla="*/ 127 h 151"/>
                <a:gd name="T38" fmla="*/ 601 w 7451"/>
                <a:gd name="T39" fmla="*/ 134 h 151"/>
                <a:gd name="T40" fmla="*/ 707 w 7451"/>
                <a:gd name="T41" fmla="*/ 141 h 151"/>
                <a:gd name="T42" fmla="*/ 707 w 7451"/>
                <a:gd name="T43" fmla="*/ 141 h 151"/>
                <a:gd name="T44" fmla="*/ 838 w 7451"/>
                <a:gd name="T45" fmla="*/ 146 h 151"/>
                <a:gd name="T46" fmla="*/ 924 w 7451"/>
                <a:gd name="T47" fmla="*/ 148 h 151"/>
                <a:gd name="T48" fmla="*/ 924 w 7451"/>
                <a:gd name="T49" fmla="*/ 148 h 151"/>
                <a:gd name="T50" fmla="*/ 1195 w 7451"/>
                <a:gd name="T51" fmla="*/ 149 h 151"/>
                <a:gd name="T52" fmla="*/ 1718 w 7451"/>
                <a:gd name="T53" fmla="*/ 151 h 151"/>
                <a:gd name="T54" fmla="*/ 3188 w 7451"/>
                <a:gd name="T55" fmla="*/ 151 h 151"/>
                <a:gd name="T56" fmla="*/ 5479 w 7451"/>
                <a:gd name="T57" fmla="*/ 149 h 151"/>
                <a:gd name="T58" fmla="*/ 5479 w 7451"/>
                <a:gd name="T59" fmla="*/ 149 h 151"/>
                <a:gd name="T60" fmla="*/ 5921 w 7451"/>
                <a:gd name="T61" fmla="*/ 151 h 151"/>
                <a:gd name="T62" fmla="*/ 6244 w 7451"/>
                <a:gd name="T63" fmla="*/ 151 h 151"/>
                <a:gd name="T64" fmla="*/ 6529 w 7451"/>
                <a:gd name="T65" fmla="*/ 148 h 151"/>
                <a:gd name="T66" fmla="*/ 6529 w 7451"/>
                <a:gd name="T67" fmla="*/ 148 h 151"/>
                <a:gd name="T68" fmla="*/ 6613 w 7451"/>
                <a:gd name="T69" fmla="*/ 146 h 151"/>
                <a:gd name="T70" fmla="*/ 6744 w 7451"/>
                <a:gd name="T71" fmla="*/ 141 h 151"/>
                <a:gd name="T72" fmla="*/ 6744 w 7451"/>
                <a:gd name="T73" fmla="*/ 141 h 151"/>
                <a:gd name="T74" fmla="*/ 6852 w 7451"/>
                <a:gd name="T75" fmla="*/ 134 h 151"/>
                <a:gd name="T76" fmla="*/ 6941 w 7451"/>
                <a:gd name="T77" fmla="*/ 127 h 151"/>
                <a:gd name="T78" fmla="*/ 7015 w 7451"/>
                <a:gd name="T79" fmla="*/ 121 h 151"/>
                <a:gd name="T80" fmla="*/ 7069 w 7451"/>
                <a:gd name="T81" fmla="*/ 114 h 151"/>
                <a:gd name="T82" fmla="*/ 7069 w 7451"/>
                <a:gd name="T83" fmla="*/ 114 h 151"/>
                <a:gd name="T84" fmla="*/ 7166 w 7451"/>
                <a:gd name="T85" fmla="*/ 102 h 151"/>
                <a:gd name="T86" fmla="*/ 7237 w 7451"/>
                <a:gd name="T87" fmla="*/ 90 h 151"/>
                <a:gd name="T88" fmla="*/ 7284 w 7451"/>
                <a:gd name="T89" fmla="*/ 82 h 151"/>
                <a:gd name="T90" fmla="*/ 7313 w 7451"/>
                <a:gd name="T91" fmla="*/ 75 h 151"/>
                <a:gd name="T92" fmla="*/ 7313 w 7451"/>
                <a:gd name="T93" fmla="*/ 75 h 151"/>
                <a:gd name="T94" fmla="*/ 7353 w 7451"/>
                <a:gd name="T95" fmla="*/ 65 h 151"/>
                <a:gd name="T96" fmla="*/ 7390 w 7451"/>
                <a:gd name="T97" fmla="*/ 53 h 151"/>
                <a:gd name="T98" fmla="*/ 7451 w 7451"/>
                <a:gd name="T99" fmla="*/ 35 h 151"/>
                <a:gd name="T100" fmla="*/ 7451 w 7451"/>
                <a:gd name="T101"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451" h="151">
                  <a:moveTo>
                    <a:pt x="7451" y="0"/>
                  </a:moveTo>
                  <a:lnTo>
                    <a:pt x="4441" y="1"/>
                  </a:lnTo>
                  <a:lnTo>
                    <a:pt x="4381" y="35"/>
                  </a:lnTo>
                  <a:lnTo>
                    <a:pt x="3097" y="35"/>
                  </a:lnTo>
                  <a:lnTo>
                    <a:pt x="3020" y="1"/>
                  </a:lnTo>
                  <a:lnTo>
                    <a:pt x="0" y="0"/>
                  </a:lnTo>
                  <a:lnTo>
                    <a:pt x="0" y="35"/>
                  </a:lnTo>
                  <a:lnTo>
                    <a:pt x="0" y="35"/>
                  </a:lnTo>
                  <a:lnTo>
                    <a:pt x="61" y="53"/>
                  </a:lnTo>
                  <a:lnTo>
                    <a:pt x="98" y="65"/>
                  </a:lnTo>
                  <a:lnTo>
                    <a:pt x="140" y="75"/>
                  </a:lnTo>
                  <a:lnTo>
                    <a:pt x="140" y="75"/>
                  </a:lnTo>
                  <a:lnTo>
                    <a:pt x="168" y="82"/>
                  </a:lnTo>
                  <a:lnTo>
                    <a:pt x="216" y="90"/>
                  </a:lnTo>
                  <a:lnTo>
                    <a:pt x="286" y="102"/>
                  </a:lnTo>
                  <a:lnTo>
                    <a:pt x="384" y="114"/>
                  </a:lnTo>
                  <a:lnTo>
                    <a:pt x="384" y="114"/>
                  </a:lnTo>
                  <a:lnTo>
                    <a:pt x="438" y="121"/>
                  </a:lnTo>
                  <a:lnTo>
                    <a:pt x="510" y="127"/>
                  </a:lnTo>
                  <a:lnTo>
                    <a:pt x="601" y="134"/>
                  </a:lnTo>
                  <a:lnTo>
                    <a:pt x="707" y="141"/>
                  </a:lnTo>
                  <a:lnTo>
                    <a:pt x="707" y="141"/>
                  </a:lnTo>
                  <a:lnTo>
                    <a:pt x="838" y="146"/>
                  </a:lnTo>
                  <a:lnTo>
                    <a:pt x="924" y="148"/>
                  </a:lnTo>
                  <a:lnTo>
                    <a:pt x="924" y="148"/>
                  </a:lnTo>
                  <a:lnTo>
                    <a:pt x="1195" y="149"/>
                  </a:lnTo>
                  <a:lnTo>
                    <a:pt x="1718" y="151"/>
                  </a:lnTo>
                  <a:lnTo>
                    <a:pt x="3188" y="151"/>
                  </a:lnTo>
                  <a:lnTo>
                    <a:pt x="5479" y="149"/>
                  </a:lnTo>
                  <a:lnTo>
                    <a:pt x="5479" y="149"/>
                  </a:lnTo>
                  <a:lnTo>
                    <a:pt x="5921" y="151"/>
                  </a:lnTo>
                  <a:lnTo>
                    <a:pt x="6244" y="151"/>
                  </a:lnTo>
                  <a:lnTo>
                    <a:pt x="6529" y="148"/>
                  </a:lnTo>
                  <a:lnTo>
                    <a:pt x="6529" y="148"/>
                  </a:lnTo>
                  <a:lnTo>
                    <a:pt x="6613" y="146"/>
                  </a:lnTo>
                  <a:lnTo>
                    <a:pt x="6744" y="141"/>
                  </a:lnTo>
                  <a:lnTo>
                    <a:pt x="6744" y="141"/>
                  </a:lnTo>
                  <a:lnTo>
                    <a:pt x="6852" y="134"/>
                  </a:lnTo>
                  <a:lnTo>
                    <a:pt x="6941" y="127"/>
                  </a:lnTo>
                  <a:lnTo>
                    <a:pt x="7015" y="121"/>
                  </a:lnTo>
                  <a:lnTo>
                    <a:pt x="7069" y="114"/>
                  </a:lnTo>
                  <a:lnTo>
                    <a:pt x="7069" y="114"/>
                  </a:lnTo>
                  <a:lnTo>
                    <a:pt x="7166" y="102"/>
                  </a:lnTo>
                  <a:lnTo>
                    <a:pt x="7237" y="90"/>
                  </a:lnTo>
                  <a:lnTo>
                    <a:pt x="7284" y="82"/>
                  </a:lnTo>
                  <a:lnTo>
                    <a:pt x="7313" y="75"/>
                  </a:lnTo>
                  <a:lnTo>
                    <a:pt x="7313" y="75"/>
                  </a:lnTo>
                  <a:lnTo>
                    <a:pt x="7353" y="65"/>
                  </a:lnTo>
                  <a:lnTo>
                    <a:pt x="7390" y="53"/>
                  </a:lnTo>
                  <a:lnTo>
                    <a:pt x="7451" y="35"/>
                  </a:lnTo>
                  <a:lnTo>
                    <a:pt x="7451" y="0"/>
                  </a:lnTo>
                  <a:close/>
                </a:path>
              </a:pathLst>
            </a:custGeom>
            <a:solidFill>
              <a:srgbClr val="A5A6A8"/>
            </a:solidFill>
            <a:ln>
              <a:noFill/>
            </a:ln>
            <a:effectLst>
              <a:innerShdw blurRad="114300">
                <a:prstClr val="black">
                  <a:alpha val="70000"/>
                </a:prstClr>
              </a:inn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2" name="9Slide.vn 7">
              <a:extLst>
                <a:ext uri="{FF2B5EF4-FFF2-40B4-BE49-F238E27FC236}">
                  <a16:creationId xmlns:a16="http://schemas.microsoft.com/office/drawing/2014/main" id="{FF3498DC-8213-4932-9704-8122CCB4C5A1}"/>
                </a:ext>
              </a:extLst>
            </p:cNvPr>
            <p:cNvSpPr>
              <a:spLocks/>
            </p:cNvSpPr>
            <p:nvPr/>
          </p:nvSpPr>
          <p:spPr bwMode="auto">
            <a:xfrm>
              <a:off x="2738438" y="6618288"/>
              <a:ext cx="11828463" cy="55563"/>
            </a:xfrm>
            <a:custGeom>
              <a:avLst/>
              <a:gdLst>
                <a:gd name="T0" fmla="*/ 7451 w 7451"/>
                <a:gd name="T1" fmla="*/ 35 h 35"/>
                <a:gd name="T2" fmla="*/ 0 w 7451"/>
                <a:gd name="T3" fmla="*/ 35 h 35"/>
                <a:gd name="T4" fmla="*/ 0 w 7451"/>
                <a:gd name="T5" fmla="*/ 0 h 35"/>
                <a:gd name="T6" fmla="*/ 3020 w 7451"/>
                <a:gd name="T7" fmla="*/ 0 h 35"/>
                <a:gd name="T8" fmla="*/ 3047 w 7451"/>
                <a:gd name="T9" fmla="*/ 18 h 35"/>
                <a:gd name="T10" fmla="*/ 4413 w 7451"/>
                <a:gd name="T11" fmla="*/ 18 h 35"/>
                <a:gd name="T12" fmla="*/ 4441 w 7451"/>
                <a:gd name="T13" fmla="*/ 0 h 35"/>
                <a:gd name="T14" fmla="*/ 7451 w 7451"/>
                <a:gd name="T15" fmla="*/ 0 h 35"/>
                <a:gd name="T16" fmla="*/ 7451 w 7451"/>
                <a:gd name="T17" fmla="*/ 3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451" h="35">
                  <a:moveTo>
                    <a:pt x="7451" y="35"/>
                  </a:moveTo>
                  <a:lnTo>
                    <a:pt x="0" y="35"/>
                  </a:lnTo>
                  <a:lnTo>
                    <a:pt x="0" y="0"/>
                  </a:lnTo>
                  <a:lnTo>
                    <a:pt x="3020" y="0"/>
                  </a:lnTo>
                  <a:lnTo>
                    <a:pt x="3047" y="18"/>
                  </a:lnTo>
                  <a:lnTo>
                    <a:pt x="4413" y="18"/>
                  </a:lnTo>
                  <a:lnTo>
                    <a:pt x="4441" y="0"/>
                  </a:lnTo>
                  <a:lnTo>
                    <a:pt x="7451" y="0"/>
                  </a:lnTo>
                  <a:lnTo>
                    <a:pt x="7451" y="35"/>
                  </a:lnTo>
                  <a:close/>
                </a:path>
              </a:pathLst>
            </a:custGeom>
            <a:gradFill>
              <a:gsLst>
                <a:gs pos="0">
                  <a:srgbClr val="96999A">
                    <a:lumMod val="70000"/>
                  </a:srgbClr>
                </a:gs>
                <a:gs pos="3000">
                  <a:srgbClr val="96999A"/>
                </a:gs>
                <a:gs pos="100000">
                  <a:srgbClr val="96999A">
                    <a:lumMod val="70000"/>
                  </a:srgbClr>
                </a:gs>
                <a:gs pos="97000">
                  <a:srgbClr val="96999A"/>
                </a:gs>
                <a:gs pos="91000">
                  <a:srgbClr val="DFE0E1"/>
                </a:gs>
                <a:gs pos="9000">
                  <a:srgbClr val="DFE0E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3" name="9Slide.vn 8">
              <a:extLst>
                <a:ext uri="{FF2B5EF4-FFF2-40B4-BE49-F238E27FC236}">
                  <a16:creationId xmlns:a16="http://schemas.microsoft.com/office/drawing/2014/main" id="{344E556A-A4C9-4D98-B474-D2B99294DACD}"/>
                </a:ext>
              </a:extLst>
            </p:cNvPr>
            <p:cNvSpPr>
              <a:spLocks/>
            </p:cNvSpPr>
            <p:nvPr/>
          </p:nvSpPr>
          <p:spPr bwMode="auto">
            <a:xfrm>
              <a:off x="7524750" y="6619875"/>
              <a:ext cx="2255838" cy="90488"/>
            </a:xfrm>
            <a:custGeom>
              <a:avLst/>
              <a:gdLst>
                <a:gd name="T0" fmla="*/ 1389 w 1421"/>
                <a:gd name="T1" fmla="*/ 2 h 57"/>
                <a:gd name="T2" fmla="*/ 32 w 1421"/>
                <a:gd name="T3" fmla="*/ 2 h 57"/>
                <a:gd name="T4" fmla="*/ 32 w 1421"/>
                <a:gd name="T5" fmla="*/ 2 h 57"/>
                <a:gd name="T6" fmla="*/ 17 w 1421"/>
                <a:gd name="T7" fmla="*/ 2 h 57"/>
                <a:gd name="T8" fmla="*/ 0 w 1421"/>
                <a:gd name="T9" fmla="*/ 0 h 57"/>
                <a:gd name="T10" fmla="*/ 0 w 1421"/>
                <a:gd name="T11" fmla="*/ 34 h 57"/>
                <a:gd name="T12" fmla="*/ 0 w 1421"/>
                <a:gd name="T13" fmla="*/ 34 h 57"/>
                <a:gd name="T14" fmla="*/ 20 w 1421"/>
                <a:gd name="T15" fmla="*/ 44 h 57"/>
                <a:gd name="T16" fmla="*/ 42 w 1421"/>
                <a:gd name="T17" fmla="*/ 51 h 57"/>
                <a:gd name="T18" fmla="*/ 64 w 1421"/>
                <a:gd name="T19" fmla="*/ 56 h 57"/>
                <a:gd name="T20" fmla="*/ 85 w 1421"/>
                <a:gd name="T21" fmla="*/ 57 h 57"/>
                <a:gd name="T22" fmla="*/ 1337 w 1421"/>
                <a:gd name="T23" fmla="*/ 57 h 57"/>
                <a:gd name="T24" fmla="*/ 1337 w 1421"/>
                <a:gd name="T25" fmla="*/ 57 h 57"/>
                <a:gd name="T26" fmla="*/ 1359 w 1421"/>
                <a:gd name="T27" fmla="*/ 56 h 57"/>
                <a:gd name="T28" fmla="*/ 1381 w 1421"/>
                <a:gd name="T29" fmla="*/ 51 h 57"/>
                <a:gd name="T30" fmla="*/ 1401 w 1421"/>
                <a:gd name="T31" fmla="*/ 44 h 57"/>
                <a:gd name="T32" fmla="*/ 1421 w 1421"/>
                <a:gd name="T33" fmla="*/ 34 h 57"/>
                <a:gd name="T34" fmla="*/ 1421 w 1421"/>
                <a:gd name="T35" fmla="*/ 0 h 57"/>
                <a:gd name="T36" fmla="*/ 1421 w 1421"/>
                <a:gd name="T37" fmla="*/ 0 h 57"/>
                <a:gd name="T38" fmla="*/ 1406 w 1421"/>
                <a:gd name="T39" fmla="*/ 2 h 57"/>
                <a:gd name="T40" fmla="*/ 1389 w 1421"/>
                <a:gd name="T41" fmla="*/ 2 h 57"/>
                <a:gd name="T42" fmla="*/ 1389 w 1421"/>
                <a:gd name="T43" fmla="*/ 2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421" h="57">
                  <a:moveTo>
                    <a:pt x="1389" y="2"/>
                  </a:moveTo>
                  <a:lnTo>
                    <a:pt x="32" y="2"/>
                  </a:lnTo>
                  <a:lnTo>
                    <a:pt x="32" y="2"/>
                  </a:lnTo>
                  <a:lnTo>
                    <a:pt x="17" y="2"/>
                  </a:lnTo>
                  <a:lnTo>
                    <a:pt x="0" y="0"/>
                  </a:lnTo>
                  <a:lnTo>
                    <a:pt x="0" y="34"/>
                  </a:lnTo>
                  <a:lnTo>
                    <a:pt x="0" y="34"/>
                  </a:lnTo>
                  <a:lnTo>
                    <a:pt x="20" y="44"/>
                  </a:lnTo>
                  <a:lnTo>
                    <a:pt x="42" y="51"/>
                  </a:lnTo>
                  <a:lnTo>
                    <a:pt x="64" y="56"/>
                  </a:lnTo>
                  <a:lnTo>
                    <a:pt x="85" y="57"/>
                  </a:lnTo>
                  <a:lnTo>
                    <a:pt x="1337" y="57"/>
                  </a:lnTo>
                  <a:lnTo>
                    <a:pt x="1337" y="57"/>
                  </a:lnTo>
                  <a:lnTo>
                    <a:pt x="1359" y="56"/>
                  </a:lnTo>
                  <a:lnTo>
                    <a:pt x="1381" y="51"/>
                  </a:lnTo>
                  <a:lnTo>
                    <a:pt x="1401" y="44"/>
                  </a:lnTo>
                  <a:lnTo>
                    <a:pt x="1421" y="34"/>
                  </a:lnTo>
                  <a:lnTo>
                    <a:pt x="1421" y="0"/>
                  </a:lnTo>
                  <a:lnTo>
                    <a:pt x="1421" y="0"/>
                  </a:lnTo>
                  <a:lnTo>
                    <a:pt x="1406" y="2"/>
                  </a:lnTo>
                  <a:lnTo>
                    <a:pt x="1389" y="2"/>
                  </a:lnTo>
                  <a:lnTo>
                    <a:pt x="1389" y="2"/>
                  </a:lnTo>
                  <a:close/>
                </a:path>
              </a:pathLst>
            </a:custGeom>
            <a:gradFill>
              <a:gsLst>
                <a:gs pos="0">
                  <a:srgbClr val="96999A">
                    <a:lumMod val="70000"/>
                  </a:srgbClr>
                </a:gs>
                <a:gs pos="3000">
                  <a:srgbClr val="96999A"/>
                </a:gs>
                <a:gs pos="100000">
                  <a:srgbClr val="96999A">
                    <a:lumMod val="70000"/>
                  </a:srgbClr>
                </a:gs>
                <a:gs pos="97000">
                  <a:srgbClr val="96999A"/>
                </a:gs>
                <a:gs pos="91000">
                  <a:srgbClr val="DFE0E1">
                    <a:lumMod val="95000"/>
                  </a:srgbClr>
                </a:gs>
                <a:gs pos="9000">
                  <a:srgbClr val="DFE0E1">
                    <a:lumMod val="95000"/>
                  </a:srgbClr>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grpSp>
      <p:sp>
        <p:nvSpPr>
          <p:cNvPr id="5" name="Picture Placeholder 4"/>
          <p:cNvSpPr>
            <a:spLocks noGrp="1"/>
          </p:cNvSpPr>
          <p:nvPr>
            <p:ph type="pic" sz="quarter" idx="12" hasCustomPrompt="1"/>
          </p:nvPr>
        </p:nvSpPr>
        <p:spPr>
          <a:xfrm>
            <a:off x="3219450" y="1400175"/>
            <a:ext cx="5762625" cy="3600450"/>
          </a:xfrm>
          <a:solidFill>
            <a:schemeClr val="bg1">
              <a:lumMod val="95000"/>
            </a:schemeClr>
          </a:solidFill>
        </p:spPr>
        <p:txBody>
          <a:bodyPr anchor="ctr" anchorCtr="0"/>
          <a:lstStyle>
            <a:lvl1pPr marL="0" indent="0" algn="ctr">
              <a:buNone/>
              <a:defRPr/>
            </a:lvl1pPr>
          </a:lstStyle>
          <a:p>
            <a:r>
              <a:rPr lang="en-US"/>
              <a:t>Thêm ảnh</a:t>
            </a:r>
          </a:p>
        </p:txBody>
      </p:sp>
      <p:pic>
        <p:nvPicPr>
          <p:cNvPr id="29" name="Picture 28"/>
          <p:cNvPicPr>
            <a:picLocks noChangeAspect="1"/>
          </p:cNvPicPr>
          <p:nvPr userDrawn="1"/>
        </p:nvPicPr>
        <p:blipFill>
          <a:blip r:embed="rId2"/>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66F8249F-933F-27B4-037F-1BE57AC729CC}"/>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B72D8527-F93B-EB58-7740-2C078C40D098}"/>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B02B52FF-C488-9746-1718-20EBF7C6F693}"/>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5C91F8AA-07ED-7376-C0C8-2331E007AE38}"/>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A998A477-5FFB-8A7A-8F05-0A80F04AEFB7}"/>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81725ED5-67ED-5B9A-3DCA-1DE0F4C58341}"/>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4E9266B7-33A3-424D-B662-BE0A9937A840}"/>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A686A9F9-4156-B900-5857-6016C3E85FAB}"/>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9D0D5907-9052-863A-8BCC-EF17800E64D9}"/>
              </a:ext>
            </a:extLst>
          </p:cNvPr>
          <p:cNvPicPr>
            <a:picLocks noChangeAspect="1"/>
          </p:cNvPicPr>
          <p:nvPr userDrawn="1"/>
        </p:nvPicPr>
        <p:blipFill>
          <a:blip r:embed="rId3"/>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BF2144C9-292D-3866-E801-4F565FEE1A80}"/>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4" name="Footer Placeholder 4">
            <a:extLst>
              <a:ext uri="{FF2B5EF4-FFF2-40B4-BE49-F238E27FC236}">
                <a16:creationId xmlns:a16="http://schemas.microsoft.com/office/drawing/2014/main" id="{9BEA6383-5223-C237-6EF3-C8B51BE5EDAA}"/>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6215344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acbook 2">
    <p:spTree>
      <p:nvGrpSpPr>
        <p:cNvPr id="1" name=""/>
        <p:cNvGrpSpPr/>
        <p:nvPr/>
      </p:nvGrpSpPr>
      <p:grpSpPr>
        <a:xfrm>
          <a:off x="0" y="0"/>
          <a:ext cx="0" cy="0"/>
          <a:chOff x="0" y="0"/>
          <a:chExt cx="0" cy="0"/>
        </a:xfrm>
      </p:grpSpPr>
      <p:pic>
        <p:nvPicPr>
          <p:cNvPr id="26" name="Picture 25">
            <a:extLst>
              <a:ext uri="{FF2B5EF4-FFF2-40B4-BE49-F238E27FC236}">
                <a16:creationId xmlns:a16="http://schemas.microsoft.com/office/drawing/2014/main" id="{FDADA73C-32DA-6364-6627-ED34BFEF2D0C}"/>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2642247" y="1727802"/>
            <a:ext cx="3453753" cy="3402396"/>
          </a:xfrm>
          <a:prstGeom prst="rect">
            <a:avLst/>
          </a:prstGeom>
        </p:spPr>
      </p:pic>
      <p:grpSp>
        <p:nvGrpSpPr>
          <p:cNvPr id="10" name="9Slide.vn 1">
            <a:extLst>
              <a:ext uri="{FF2B5EF4-FFF2-40B4-BE49-F238E27FC236}">
                <a16:creationId xmlns:a16="http://schemas.microsoft.com/office/drawing/2014/main" id="{2946107B-86B5-4108-B9D9-FBE88B6AF6A9}"/>
              </a:ext>
            </a:extLst>
          </p:cNvPr>
          <p:cNvGrpSpPr/>
          <p:nvPr userDrawn="1"/>
        </p:nvGrpSpPr>
        <p:grpSpPr>
          <a:xfrm>
            <a:off x="5868547" y="1080007"/>
            <a:ext cx="7666588" cy="4425443"/>
            <a:chOff x="2738438" y="30163"/>
            <a:chExt cx="11828463" cy="6827838"/>
          </a:xfrm>
        </p:grpSpPr>
        <p:sp>
          <p:nvSpPr>
            <p:cNvPr id="17" name="9Slide.vn 2">
              <a:extLst>
                <a:ext uri="{FF2B5EF4-FFF2-40B4-BE49-F238E27FC236}">
                  <a16:creationId xmlns:a16="http://schemas.microsoft.com/office/drawing/2014/main" id="{4C6E1B3E-70F8-4E17-8666-2C90A7910CF5}"/>
                </a:ext>
              </a:extLst>
            </p:cNvPr>
            <p:cNvSpPr>
              <a:spLocks/>
            </p:cNvSpPr>
            <p:nvPr/>
          </p:nvSpPr>
          <p:spPr bwMode="auto">
            <a:xfrm>
              <a:off x="3821113" y="30163"/>
              <a:ext cx="9663113" cy="6823075"/>
            </a:xfrm>
            <a:custGeom>
              <a:avLst/>
              <a:gdLst>
                <a:gd name="T0" fmla="*/ 201 w 6087"/>
                <a:gd name="T1" fmla="*/ 4298 h 4298"/>
                <a:gd name="T2" fmla="*/ 181 w 6087"/>
                <a:gd name="T3" fmla="*/ 4298 h 4298"/>
                <a:gd name="T4" fmla="*/ 141 w 6087"/>
                <a:gd name="T5" fmla="*/ 4289 h 4298"/>
                <a:gd name="T6" fmla="*/ 106 w 6087"/>
                <a:gd name="T7" fmla="*/ 4274 h 4298"/>
                <a:gd name="T8" fmla="*/ 74 w 6087"/>
                <a:gd name="T9" fmla="*/ 4252 h 4298"/>
                <a:gd name="T10" fmla="*/ 47 w 6087"/>
                <a:gd name="T11" fmla="*/ 4225 h 4298"/>
                <a:gd name="T12" fmla="*/ 25 w 6087"/>
                <a:gd name="T13" fmla="*/ 4193 h 4298"/>
                <a:gd name="T14" fmla="*/ 10 w 6087"/>
                <a:gd name="T15" fmla="*/ 4158 h 4298"/>
                <a:gd name="T16" fmla="*/ 1 w 6087"/>
                <a:gd name="T17" fmla="*/ 4118 h 4298"/>
                <a:gd name="T18" fmla="*/ 0 w 6087"/>
                <a:gd name="T19" fmla="*/ 201 h 4298"/>
                <a:gd name="T20" fmla="*/ 1 w 6087"/>
                <a:gd name="T21" fmla="*/ 181 h 4298"/>
                <a:gd name="T22" fmla="*/ 10 w 6087"/>
                <a:gd name="T23" fmla="*/ 141 h 4298"/>
                <a:gd name="T24" fmla="*/ 25 w 6087"/>
                <a:gd name="T25" fmla="*/ 105 h 4298"/>
                <a:gd name="T26" fmla="*/ 47 w 6087"/>
                <a:gd name="T27" fmla="*/ 74 h 4298"/>
                <a:gd name="T28" fmla="*/ 74 w 6087"/>
                <a:gd name="T29" fmla="*/ 47 h 4298"/>
                <a:gd name="T30" fmla="*/ 106 w 6087"/>
                <a:gd name="T31" fmla="*/ 25 h 4298"/>
                <a:gd name="T32" fmla="*/ 141 w 6087"/>
                <a:gd name="T33" fmla="*/ 10 h 4298"/>
                <a:gd name="T34" fmla="*/ 181 w 6087"/>
                <a:gd name="T35" fmla="*/ 1 h 4298"/>
                <a:gd name="T36" fmla="*/ 5887 w 6087"/>
                <a:gd name="T37" fmla="*/ 0 h 4298"/>
                <a:gd name="T38" fmla="*/ 5907 w 6087"/>
                <a:gd name="T39" fmla="*/ 1 h 4298"/>
                <a:gd name="T40" fmla="*/ 5946 w 6087"/>
                <a:gd name="T41" fmla="*/ 10 h 4298"/>
                <a:gd name="T42" fmla="*/ 5983 w 6087"/>
                <a:gd name="T43" fmla="*/ 25 h 4298"/>
                <a:gd name="T44" fmla="*/ 6015 w 6087"/>
                <a:gd name="T45" fmla="*/ 47 h 4298"/>
                <a:gd name="T46" fmla="*/ 6042 w 6087"/>
                <a:gd name="T47" fmla="*/ 74 h 4298"/>
                <a:gd name="T48" fmla="*/ 6064 w 6087"/>
                <a:gd name="T49" fmla="*/ 105 h 4298"/>
                <a:gd name="T50" fmla="*/ 6079 w 6087"/>
                <a:gd name="T51" fmla="*/ 141 h 4298"/>
                <a:gd name="T52" fmla="*/ 6087 w 6087"/>
                <a:gd name="T53" fmla="*/ 181 h 4298"/>
                <a:gd name="T54" fmla="*/ 6087 w 6087"/>
                <a:gd name="T55" fmla="*/ 4097 h 4298"/>
                <a:gd name="T56" fmla="*/ 6087 w 6087"/>
                <a:gd name="T57" fmla="*/ 4118 h 4298"/>
                <a:gd name="T58" fmla="*/ 6079 w 6087"/>
                <a:gd name="T59" fmla="*/ 4158 h 4298"/>
                <a:gd name="T60" fmla="*/ 6064 w 6087"/>
                <a:gd name="T61" fmla="*/ 4193 h 4298"/>
                <a:gd name="T62" fmla="*/ 6042 w 6087"/>
                <a:gd name="T63" fmla="*/ 4225 h 4298"/>
                <a:gd name="T64" fmla="*/ 6015 w 6087"/>
                <a:gd name="T65" fmla="*/ 4252 h 4298"/>
                <a:gd name="T66" fmla="*/ 5983 w 6087"/>
                <a:gd name="T67" fmla="*/ 4274 h 4298"/>
                <a:gd name="T68" fmla="*/ 5946 w 6087"/>
                <a:gd name="T69" fmla="*/ 4289 h 4298"/>
                <a:gd name="T70" fmla="*/ 5907 w 6087"/>
                <a:gd name="T71" fmla="*/ 4298 h 4298"/>
                <a:gd name="T72" fmla="*/ 5887 w 6087"/>
                <a:gd name="T73" fmla="*/ 4298 h 4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87" h="4298">
                  <a:moveTo>
                    <a:pt x="5887" y="4298"/>
                  </a:moveTo>
                  <a:lnTo>
                    <a:pt x="201" y="4298"/>
                  </a:lnTo>
                  <a:lnTo>
                    <a:pt x="201" y="4298"/>
                  </a:lnTo>
                  <a:lnTo>
                    <a:pt x="181" y="4298"/>
                  </a:lnTo>
                  <a:lnTo>
                    <a:pt x="161" y="4294"/>
                  </a:lnTo>
                  <a:lnTo>
                    <a:pt x="141" y="4289"/>
                  </a:lnTo>
                  <a:lnTo>
                    <a:pt x="122" y="4282"/>
                  </a:lnTo>
                  <a:lnTo>
                    <a:pt x="106" y="4274"/>
                  </a:lnTo>
                  <a:lnTo>
                    <a:pt x="89" y="4264"/>
                  </a:lnTo>
                  <a:lnTo>
                    <a:pt x="74" y="4252"/>
                  </a:lnTo>
                  <a:lnTo>
                    <a:pt x="58" y="4239"/>
                  </a:lnTo>
                  <a:lnTo>
                    <a:pt x="47" y="4225"/>
                  </a:lnTo>
                  <a:lnTo>
                    <a:pt x="35" y="4210"/>
                  </a:lnTo>
                  <a:lnTo>
                    <a:pt x="25" y="4193"/>
                  </a:lnTo>
                  <a:lnTo>
                    <a:pt x="16" y="4177"/>
                  </a:lnTo>
                  <a:lnTo>
                    <a:pt x="10" y="4158"/>
                  </a:lnTo>
                  <a:lnTo>
                    <a:pt x="5" y="4138"/>
                  </a:lnTo>
                  <a:lnTo>
                    <a:pt x="1" y="4118"/>
                  </a:lnTo>
                  <a:lnTo>
                    <a:pt x="0" y="4097"/>
                  </a:lnTo>
                  <a:lnTo>
                    <a:pt x="0" y="201"/>
                  </a:lnTo>
                  <a:lnTo>
                    <a:pt x="0" y="201"/>
                  </a:lnTo>
                  <a:lnTo>
                    <a:pt x="1" y="181"/>
                  </a:lnTo>
                  <a:lnTo>
                    <a:pt x="5" y="161"/>
                  </a:lnTo>
                  <a:lnTo>
                    <a:pt x="10" y="141"/>
                  </a:lnTo>
                  <a:lnTo>
                    <a:pt x="16" y="122"/>
                  </a:lnTo>
                  <a:lnTo>
                    <a:pt x="25" y="105"/>
                  </a:lnTo>
                  <a:lnTo>
                    <a:pt x="35" y="89"/>
                  </a:lnTo>
                  <a:lnTo>
                    <a:pt x="47" y="74"/>
                  </a:lnTo>
                  <a:lnTo>
                    <a:pt x="58" y="58"/>
                  </a:lnTo>
                  <a:lnTo>
                    <a:pt x="74" y="47"/>
                  </a:lnTo>
                  <a:lnTo>
                    <a:pt x="89" y="35"/>
                  </a:lnTo>
                  <a:lnTo>
                    <a:pt x="106" y="25"/>
                  </a:lnTo>
                  <a:lnTo>
                    <a:pt x="122" y="16"/>
                  </a:lnTo>
                  <a:lnTo>
                    <a:pt x="141" y="10"/>
                  </a:lnTo>
                  <a:lnTo>
                    <a:pt x="161" y="5"/>
                  </a:lnTo>
                  <a:lnTo>
                    <a:pt x="181" y="1"/>
                  </a:lnTo>
                  <a:lnTo>
                    <a:pt x="201" y="0"/>
                  </a:lnTo>
                  <a:lnTo>
                    <a:pt x="5887" y="0"/>
                  </a:lnTo>
                  <a:lnTo>
                    <a:pt x="5887" y="0"/>
                  </a:lnTo>
                  <a:lnTo>
                    <a:pt x="5907" y="1"/>
                  </a:lnTo>
                  <a:lnTo>
                    <a:pt x="5927" y="5"/>
                  </a:lnTo>
                  <a:lnTo>
                    <a:pt x="5946" y="10"/>
                  </a:lnTo>
                  <a:lnTo>
                    <a:pt x="5964" y="16"/>
                  </a:lnTo>
                  <a:lnTo>
                    <a:pt x="5983" y="25"/>
                  </a:lnTo>
                  <a:lnTo>
                    <a:pt x="6000" y="35"/>
                  </a:lnTo>
                  <a:lnTo>
                    <a:pt x="6015" y="47"/>
                  </a:lnTo>
                  <a:lnTo>
                    <a:pt x="6028" y="58"/>
                  </a:lnTo>
                  <a:lnTo>
                    <a:pt x="6042" y="74"/>
                  </a:lnTo>
                  <a:lnTo>
                    <a:pt x="6054" y="89"/>
                  </a:lnTo>
                  <a:lnTo>
                    <a:pt x="6064" y="105"/>
                  </a:lnTo>
                  <a:lnTo>
                    <a:pt x="6072" y="122"/>
                  </a:lnTo>
                  <a:lnTo>
                    <a:pt x="6079" y="141"/>
                  </a:lnTo>
                  <a:lnTo>
                    <a:pt x="6084" y="161"/>
                  </a:lnTo>
                  <a:lnTo>
                    <a:pt x="6087" y="181"/>
                  </a:lnTo>
                  <a:lnTo>
                    <a:pt x="6087" y="201"/>
                  </a:lnTo>
                  <a:lnTo>
                    <a:pt x="6087" y="4097"/>
                  </a:lnTo>
                  <a:lnTo>
                    <a:pt x="6087" y="4097"/>
                  </a:lnTo>
                  <a:lnTo>
                    <a:pt x="6087" y="4118"/>
                  </a:lnTo>
                  <a:lnTo>
                    <a:pt x="6084" y="4138"/>
                  </a:lnTo>
                  <a:lnTo>
                    <a:pt x="6079" y="4158"/>
                  </a:lnTo>
                  <a:lnTo>
                    <a:pt x="6072" y="4177"/>
                  </a:lnTo>
                  <a:lnTo>
                    <a:pt x="6064" y="4193"/>
                  </a:lnTo>
                  <a:lnTo>
                    <a:pt x="6054" y="4210"/>
                  </a:lnTo>
                  <a:lnTo>
                    <a:pt x="6042" y="4225"/>
                  </a:lnTo>
                  <a:lnTo>
                    <a:pt x="6028" y="4239"/>
                  </a:lnTo>
                  <a:lnTo>
                    <a:pt x="6015" y="4252"/>
                  </a:lnTo>
                  <a:lnTo>
                    <a:pt x="6000" y="4264"/>
                  </a:lnTo>
                  <a:lnTo>
                    <a:pt x="5983" y="4274"/>
                  </a:lnTo>
                  <a:lnTo>
                    <a:pt x="5964" y="4282"/>
                  </a:lnTo>
                  <a:lnTo>
                    <a:pt x="5946" y="4289"/>
                  </a:lnTo>
                  <a:lnTo>
                    <a:pt x="5927" y="4294"/>
                  </a:lnTo>
                  <a:lnTo>
                    <a:pt x="5907" y="4298"/>
                  </a:lnTo>
                  <a:lnTo>
                    <a:pt x="5887" y="4298"/>
                  </a:lnTo>
                  <a:lnTo>
                    <a:pt x="5887" y="4298"/>
                  </a:lnTo>
                  <a:close/>
                </a:path>
              </a:pathLst>
            </a:custGeom>
            <a:gradFill flip="none" rotWithShape="1">
              <a:gsLst>
                <a:gs pos="0">
                  <a:srgbClr val="B0B2B4"/>
                </a:gs>
                <a:gs pos="100000">
                  <a:srgbClr val="DFE0E1"/>
                </a:gs>
              </a:gsLst>
              <a:lin ang="0" scaled="1"/>
              <a:tileRect/>
            </a:gradFill>
            <a:ln>
              <a:noFill/>
            </a:ln>
            <a:effectLst>
              <a:innerShdw blurRad="63500">
                <a:prstClr val="black">
                  <a:alpha val="40000"/>
                </a:prstClr>
              </a:inn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18" name="9Slide.vn 3">
              <a:extLst>
                <a:ext uri="{FF2B5EF4-FFF2-40B4-BE49-F238E27FC236}">
                  <a16:creationId xmlns:a16="http://schemas.microsoft.com/office/drawing/2014/main" id="{1C3B9052-DF89-48DA-900D-596E0ADF2E86}"/>
                </a:ext>
              </a:extLst>
            </p:cNvPr>
            <p:cNvSpPr>
              <a:spLocks/>
            </p:cNvSpPr>
            <p:nvPr/>
          </p:nvSpPr>
          <p:spPr bwMode="auto">
            <a:xfrm>
              <a:off x="3865563" y="74613"/>
              <a:ext cx="9574213" cy="6735763"/>
            </a:xfrm>
            <a:custGeom>
              <a:avLst/>
              <a:gdLst>
                <a:gd name="T0" fmla="*/ 173 w 6031"/>
                <a:gd name="T1" fmla="*/ 0 h 4243"/>
                <a:gd name="T2" fmla="*/ 155 w 6031"/>
                <a:gd name="T3" fmla="*/ 2 h 4243"/>
                <a:gd name="T4" fmla="*/ 121 w 6031"/>
                <a:gd name="T5" fmla="*/ 9 h 4243"/>
                <a:gd name="T6" fmla="*/ 91 w 6031"/>
                <a:gd name="T7" fmla="*/ 22 h 4243"/>
                <a:gd name="T8" fmla="*/ 64 w 6031"/>
                <a:gd name="T9" fmla="*/ 40 h 4243"/>
                <a:gd name="T10" fmla="*/ 41 w 6031"/>
                <a:gd name="T11" fmla="*/ 64 h 4243"/>
                <a:gd name="T12" fmla="*/ 22 w 6031"/>
                <a:gd name="T13" fmla="*/ 91 h 4243"/>
                <a:gd name="T14" fmla="*/ 9 w 6031"/>
                <a:gd name="T15" fmla="*/ 121 h 4243"/>
                <a:gd name="T16" fmla="*/ 2 w 6031"/>
                <a:gd name="T17" fmla="*/ 157 h 4243"/>
                <a:gd name="T18" fmla="*/ 0 w 6031"/>
                <a:gd name="T19" fmla="*/ 4069 h 4243"/>
                <a:gd name="T20" fmla="*/ 2 w 6031"/>
                <a:gd name="T21" fmla="*/ 4086 h 4243"/>
                <a:gd name="T22" fmla="*/ 9 w 6031"/>
                <a:gd name="T23" fmla="*/ 4120 h 4243"/>
                <a:gd name="T24" fmla="*/ 22 w 6031"/>
                <a:gd name="T25" fmla="*/ 4152 h 4243"/>
                <a:gd name="T26" fmla="*/ 41 w 6031"/>
                <a:gd name="T27" fmla="*/ 4179 h 4243"/>
                <a:gd name="T28" fmla="*/ 64 w 6031"/>
                <a:gd name="T29" fmla="*/ 4202 h 4243"/>
                <a:gd name="T30" fmla="*/ 91 w 6031"/>
                <a:gd name="T31" fmla="*/ 4221 h 4243"/>
                <a:gd name="T32" fmla="*/ 121 w 6031"/>
                <a:gd name="T33" fmla="*/ 4234 h 4243"/>
                <a:gd name="T34" fmla="*/ 155 w 6031"/>
                <a:gd name="T35" fmla="*/ 4241 h 4243"/>
                <a:gd name="T36" fmla="*/ 5859 w 6031"/>
                <a:gd name="T37" fmla="*/ 4243 h 4243"/>
                <a:gd name="T38" fmla="*/ 5876 w 6031"/>
                <a:gd name="T39" fmla="*/ 4241 h 4243"/>
                <a:gd name="T40" fmla="*/ 5910 w 6031"/>
                <a:gd name="T41" fmla="*/ 4234 h 4243"/>
                <a:gd name="T42" fmla="*/ 5941 w 6031"/>
                <a:gd name="T43" fmla="*/ 4221 h 4243"/>
                <a:gd name="T44" fmla="*/ 5968 w 6031"/>
                <a:gd name="T45" fmla="*/ 4202 h 4243"/>
                <a:gd name="T46" fmla="*/ 5992 w 6031"/>
                <a:gd name="T47" fmla="*/ 4179 h 4243"/>
                <a:gd name="T48" fmla="*/ 6010 w 6031"/>
                <a:gd name="T49" fmla="*/ 4152 h 4243"/>
                <a:gd name="T50" fmla="*/ 6024 w 6031"/>
                <a:gd name="T51" fmla="*/ 4120 h 4243"/>
                <a:gd name="T52" fmla="*/ 6031 w 6031"/>
                <a:gd name="T53" fmla="*/ 4086 h 4243"/>
                <a:gd name="T54" fmla="*/ 6031 w 6031"/>
                <a:gd name="T55" fmla="*/ 173 h 4243"/>
                <a:gd name="T56" fmla="*/ 6031 w 6031"/>
                <a:gd name="T57" fmla="*/ 157 h 4243"/>
                <a:gd name="T58" fmla="*/ 6024 w 6031"/>
                <a:gd name="T59" fmla="*/ 121 h 4243"/>
                <a:gd name="T60" fmla="*/ 6010 w 6031"/>
                <a:gd name="T61" fmla="*/ 91 h 4243"/>
                <a:gd name="T62" fmla="*/ 5992 w 6031"/>
                <a:gd name="T63" fmla="*/ 64 h 4243"/>
                <a:gd name="T64" fmla="*/ 5968 w 6031"/>
                <a:gd name="T65" fmla="*/ 40 h 4243"/>
                <a:gd name="T66" fmla="*/ 5941 w 6031"/>
                <a:gd name="T67" fmla="*/ 22 h 4243"/>
                <a:gd name="T68" fmla="*/ 5910 w 6031"/>
                <a:gd name="T69" fmla="*/ 9 h 4243"/>
                <a:gd name="T70" fmla="*/ 5876 w 6031"/>
                <a:gd name="T71" fmla="*/ 2 h 4243"/>
                <a:gd name="T72" fmla="*/ 5859 w 6031"/>
                <a:gd name="T73" fmla="*/ 0 h 4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31" h="4243">
                  <a:moveTo>
                    <a:pt x="5859" y="0"/>
                  </a:moveTo>
                  <a:lnTo>
                    <a:pt x="173" y="0"/>
                  </a:lnTo>
                  <a:lnTo>
                    <a:pt x="173" y="0"/>
                  </a:lnTo>
                  <a:lnTo>
                    <a:pt x="155" y="2"/>
                  </a:lnTo>
                  <a:lnTo>
                    <a:pt x="138" y="3"/>
                  </a:lnTo>
                  <a:lnTo>
                    <a:pt x="121" y="9"/>
                  </a:lnTo>
                  <a:lnTo>
                    <a:pt x="106" y="14"/>
                  </a:lnTo>
                  <a:lnTo>
                    <a:pt x="91" y="22"/>
                  </a:lnTo>
                  <a:lnTo>
                    <a:pt x="78" y="30"/>
                  </a:lnTo>
                  <a:lnTo>
                    <a:pt x="64" y="40"/>
                  </a:lnTo>
                  <a:lnTo>
                    <a:pt x="51" y="51"/>
                  </a:lnTo>
                  <a:lnTo>
                    <a:pt x="41" y="64"/>
                  </a:lnTo>
                  <a:lnTo>
                    <a:pt x="30" y="77"/>
                  </a:lnTo>
                  <a:lnTo>
                    <a:pt x="22" y="91"/>
                  </a:lnTo>
                  <a:lnTo>
                    <a:pt x="14" y="106"/>
                  </a:lnTo>
                  <a:lnTo>
                    <a:pt x="9" y="121"/>
                  </a:lnTo>
                  <a:lnTo>
                    <a:pt x="3" y="138"/>
                  </a:lnTo>
                  <a:lnTo>
                    <a:pt x="2" y="157"/>
                  </a:lnTo>
                  <a:lnTo>
                    <a:pt x="0" y="173"/>
                  </a:lnTo>
                  <a:lnTo>
                    <a:pt x="0" y="4069"/>
                  </a:lnTo>
                  <a:lnTo>
                    <a:pt x="0" y="4069"/>
                  </a:lnTo>
                  <a:lnTo>
                    <a:pt x="2" y="4086"/>
                  </a:lnTo>
                  <a:lnTo>
                    <a:pt x="3" y="4105"/>
                  </a:lnTo>
                  <a:lnTo>
                    <a:pt x="9" y="4120"/>
                  </a:lnTo>
                  <a:lnTo>
                    <a:pt x="14" y="4137"/>
                  </a:lnTo>
                  <a:lnTo>
                    <a:pt x="22" y="4152"/>
                  </a:lnTo>
                  <a:lnTo>
                    <a:pt x="30" y="4165"/>
                  </a:lnTo>
                  <a:lnTo>
                    <a:pt x="41" y="4179"/>
                  </a:lnTo>
                  <a:lnTo>
                    <a:pt x="51" y="4192"/>
                  </a:lnTo>
                  <a:lnTo>
                    <a:pt x="64" y="4202"/>
                  </a:lnTo>
                  <a:lnTo>
                    <a:pt x="78" y="4212"/>
                  </a:lnTo>
                  <a:lnTo>
                    <a:pt x="91" y="4221"/>
                  </a:lnTo>
                  <a:lnTo>
                    <a:pt x="106" y="4229"/>
                  </a:lnTo>
                  <a:lnTo>
                    <a:pt x="121" y="4234"/>
                  </a:lnTo>
                  <a:lnTo>
                    <a:pt x="138" y="4239"/>
                  </a:lnTo>
                  <a:lnTo>
                    <a:pt x="155" y="4241"/>
                  </a:lnTo>
                  <a:lnTo>
                    <a:pt x="173" y="4243"/>
                  </a:lnTo>
                  <a:lnTo>
                    <a:pt x="5859" y="4243"/>
                  </a:lnTo>
                  <a:lnTo>
                    <a:pt x="5859" y="4243"/>
                  </a:lnTo>
                  <a:lnTo>
                    <a:pt x="5876" y="4241"/>
                  </a:lnTo>
                  <a:lnTo>
                    <a:pt x="5893" y="4239"/>
                  </a:lnTo>
                  <a:lnTo>
                    <a:pt x="5910" y="4234"/>
                  </a:lnTo>
                  <a:lnTo>
                    <a:pt x="5926" y="4229"/>
                  </a:lnTo>
                  <a:lnTo>
                    <a:pt x="5941" y="4221"/>
                  </a:lnTo>
                  <a:lnTo>
                    <a:pt x="5955" y="4212"/>
                  </a:lnTo>
                  <a:lnTo>
                    <a:pt x="5968" y="4202"/>
                  </a:lnTo>
                  <a:lnTo>
                    <a:pt x="5980" y="4192"/>
                  </a:lnTo>
                  <a:lnTo>
                    <a:pt x="5992" y="4179"/>
                  </a:lnTo>
                  <a:lnTo>
                    <a:pt x="6002" y="4165"/>
                  </a:lnTo>
                  <a:lnTo>
                    <a:pt x="6010" y="4152"/>
                  </a:lnTo>
                  <a:lnTo>
                    <a:pt x="6017" y="4137"/>
                  </a:lnTo>
                  <a:lnTo>
                    <a:pt x="6024" y="4120"/>
                  </a:lnTo>
                  <a:lnTo>
                    <a:pt x="6027" y="4105"/>
                  </a:lnTo>
                  <a:lnTo>
                    <a:pt x="6031" y="4086"/>
                  </a:lnTo>
                  <a:lnTo>
                    <a:pt x="6031" y="4069"/>
                  </a:lnTo>
                  <a:lnTo>
                    <a:pt x="6031" y="173"/>
                  </a:lnTo>
                  <a:lnTo>
                    <a:pt x="6031" y="173"/>
                  </a:lnTo>
                  <a:lnTo>
                    <a:pt x="6031" y="157"/>
                  </a:lnTo>
                  <a:lnTo>
                    <a:pt x="6027" y="138"/>
                  </a:lnTo>
                  <a:lnTo>
                    <a:pt x="6024" y="121"/>
                  </a:lnTo>
                  <a:lnTo>
                    <a:pt x="6017" y="106"/>
                  </a:lnTo>
                  <a:lnTo>
                    <a:pt x="6010" y="91"/>
                  </a:lnTo>
                  <a:lnTo>
                    <a:pt x="6002" y="77"/>
                  </a:lnTo>
                  <a:lnTo>
                    <a:pt x="5992" y="64"/>
                  </a:lnTo>
                  <a:lnTo>
                    <a:pt x="5980" y="51"/>
                  </a:lnTo>
                  <a:lnTo>
                    <a:pt x="5968" y="40"/>
                  </a:lnTo>
                  <a:lnTo>
                    <a:pt x="5955" y="30"/>
                  </a:lnTo>
                  <a:lnTo>
                    <a:pt x="5941" y="22"/>
                  </a:lnTo>
                  <a:lnTo>
                    <a:pt x="5926" y="14"/>
                  </a:lnTo>
                  <a:lnTo>
                    <a:pt x="5910" y="9"/>
                  </a:lnTo>
                  <a:lnTo>
                    <a:pt x="5893" y="3"/>
                  </a:lnTo>
                  <a:lnTo>
                    <a:pt x="5876" y="2"/>
                  </a:lnTo>
                  <a:lnTo>
                    <a:pt x="5859" y="0"/>
                  </a:lnTo>
                  <a:lnTo>
                    <a:pt x="5859" y="0"/>
                  </a:lnTo>
                  <a:close/>
                </a:path>
              </a:pathLst>
            </a:custGeom>
            <a:solidFill>
              <a:srgbClr val="000000"/>
            </a:solidFill>
            <a:ln>
              <a:noFill/>
            </a:ln>
            <a:effectLst>
              <a:outerShdw blurRad="25400" algn="ctr" rotWithShape="0">
                <a:prstClr val="black">
                  <a:alpha val="61000"/>
                </a:prstClr>
              </a:out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19" name="9Slide.vn 4">
              <a:extLst>
                <a:ext uri="{FF2B5EF4-FFF2-40B4-BE49-F238E27FC236}">
                  <a16:creationId xmlns:a16="http://schemas.microsoft.com/office/drawing/2014/main" id="{838BE831-98C4-4DA1-B95C-84B293ECEAEE}"/>
                </a:ext>
              </a:extLst>
            </p:cNvPr>
            <p:cNvSpPr>
              <a:spLocks/>
            </p:cNvSpPr>
            <p:nvPr/>
          </p:nvSpPr>
          <p:spPr bwMode="auto">
            <a:xfrm>
              <a:off x="3892550" y="6342063"/>
              <a:ext cx="9520238" cy="441325"/>
            </a:xfrm>
            <a:custGeom>
              <a:avLst/>
              <a:gdLst>
                <a:gd name="T0" fmla="*/ 156 w 5997"/>
                <a:gd name="T1" fmla="*/ 278 h 278"/>
                <a:gd name="T2" fmla="*/ 5842 w 5997"/>
                <a:gd name="T3" fmla="*/ 278 h 278"/>
                <a:gd name="T4" fmla="*/ 5842 w 5997"/>
                <a:gd name="T5" fmla="*/ 278 h 278"/>
                <a:gd name="T6" fmla="*/ 5857 w 5997"/>
                <a:gd name="T7" fmla="*/ 276 h 278"/>
                <a:gd name="T8" fmla="*/ 5872 w 5997"/>
                <a:gd name="T9" fmla="*/ 275 h 278"/>
                <a:gd name="T10" fmla="*/ 5887 w 5997"/>
                <a:gd name="T11" fmla="*/ 269 h 278"/>
                <a:gd name="T12" fmla="*/ 5903 w 5997"/>
                <a:gd name="T13" fmla="*/ 264 h 278"/>
                <a:gd name="T14" fmla="*/ 5916 w 5997"/>
                <a:gd name="T15" fmla="*/ 258 h 278"/>
                <a:gd name="T16" fmla="*/ 5928 w 5997"/>
                <a:gd name="T17" fmla="*/ 251 h 278"/>
                <a:gd name="T18" fmla="*/ 5941 w 5997"/>
                <a:gd name="T19" fmla="*/ 241 h 278"/>
                <a:gd name="T20" fmla="*/ 5951 w 5997"/>
                <a:gd name="T21" fmla="*/ 231 h 278"/>
                <a:gd name="T22" fmla="*/ 5962 w 5997"/>
                <a:gd name="T23" fmla="*/ 221 h 278"/>
                <a:gd name="T24" fmla="*/ 5970 w 5997"/>
                <a:gd name="T25" fmla="*/ 209 h 278"/>
                <a:gd name="T26" fmla="*/ 5978 w 5997"/>
                <a:gd name="T27" fmla="*/ 195 h 278"/>
                <a:gd name="T28" fmla="*/ 5985 w 5997"/>
                <a:gd name="T29" fmla="*/ 182 h 278"/>
                <a:gd name="T30" fmla="*/ 5990 w 5997"/>
                <a:gd name="T31" fmla="*/ 167 h 278"/>
                <a:gd name="T32" fmla="*/ 5993 w 5997"/>
                <a:gd name="T33" fmla="*/ 153 h 278"/>
                <a:gd name="T34" fmla="*/ 5997 w 5997"/>
                <a:gd name="T35" fmla="*/ 137 h 278"/>
                <a:gd name="T36" fmla="*/ 5997 w 5997"/>
                <a:gd name="T37" fmla="*/ 121 h 278"/>
                <a:gd name="T38" fmla="*/ 5997 w 5997"/>
                <a:gd name="T39" fmla="*/ 0 h 278"/>
                <a:gd name="T40" fmla="*/ 0 w 5997"/>
                <a:gd name="T41" fmla="*/ 0 h 278"/>
                <a:gd name="T42" fmla="*/ 0 w 5997"/>
                <a:gd name="T43" fmla="*/ 121 h 278"/>
                <a:gd name="T44" fmla="*/ 0 w 5997"/>
                <a:gd name="T45" fmla="*/ 121 h 278"/>
                <a:gd name="T46" fmla="*/ 2 w 5997"/>
                <a:gd name="T47" fmla="*/ 137 h 278"/>
                <a:gd name="T48" fmla="*/ 3 w 5997"/>
                <a:gd name="T49" fmla="*/ 153 h 278"/>
                <a:gd name="T50" fmla="*/ 8 w 5997"/>
                <a:gd name="T51" fmla="*/ 167 h 278"/>
                <a:gd name="T52" fmla="*/ 13 w 5997"/>
                <a:gd name="T53" fmla="*/ 182 h 278"/>
                <a:gd name="T54" fmla="*/ 20 w 5997"/>
                <a:gd name="T55" fmla="*/ 195 h 278"/>
                <a:gd name="T56" fmla="*/ 27 w 5997"/>
                <a:gd name="T57" fmla="*/ 209 h 278"/>
                <a:gd name="T58" fmla="*/ 37 w 5997"/>
                <a:gd name="T59" fmla="*/ 221 h 278"/>
                <a:gd name="T60" fmla="*/ 47 w 5997"/>
                <a:gd name="T61" fmla="*/ 231 h 278"/>
                <a:gd name="T62" fmla="*/ 57 w 5997"/>
                <a:gd name="T63" fmla="*/ 241 h 278"/>
                <a:gd name="T64" fmla="*/ 69 w 5997"/>
                <a:gd name="T65" fmla="*/ 251 h 278"/>
                <a:gd name="T66" fmla="*/ 82 w 5997"/>
                <a:gd name="T67" fmla="*/ 258 h 278"/>
                <a:gd name="T68" fmla="*/ 96 w 5997"/>
                <a:gd name="T69" fmla="*/ 264 h 278"/>
                <a:gd name="T70" fmla="*/ 109 w 5997"/>
                <a:gd name="T71" fmla="*/ 269 h 278"/>
                <a:gd name="T72" fmla="*/ 124 w 5997"/>
                <a:gd name="T73" fmla="*/ 275 h 278"/>
                <a:gd name="T74" fmla="*/ 141 w 5997"/>
                <a:gd name="T75" fmla="*/ 276 h 278"/>
                <a:gd name="T76" fmla="*/ 156 w 5997"/>
                <a:gd name="T77" fmla="*/ 278 h 278"/>
                <a:gd name="T78" fmla="*/ 156 w 5997"/>
                <a:gd name="T79" fmla="*/ 278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997" h="278">
                  <a:moveTo>
                    <a:pt x="156" y="278"/>
                  </a:moveTo>
                  <a:lnTo>
                    <a:pt x="5842" y="278"/>
                  </a:lnTo>
                  <a:lnTo>
                    <a:pt x="5842" y="278"/>
                  </a:lnTo>
                  <a:lnTo>
                    <a:pt x="5857" y="276"/>
                  </a:lnTo>
                  <a:lnTo>
                    <a:pt x="5872" y="275"/>
                  </a:lnTo>
                  <a:lnTo>
                    <a:pt x="5887" y="269"/>
                  </a:lnTo>
                  <a:lnTo>
                    <a:pt x="5903" y="264"/>
                  </a:lnTo>
                  <a:lnTo>
                    <a:pt x="5916" y="258"/>
                  </a:lnTo>
                  <a:lnTo>
                    <a:pt x="5928" y="251"/>
                  </a:lnTo>
                  <a:lnTo>
                    <a:pt x="5941" y="241"/>
                  </a:lnTo>
                  <a:lnTo>
                    <a:pt x="5951" y="231"/>
                  </a:lnTo>
                  <a:lnTo>
                    <a:pt x="5962" y="221"/>
                  </a:lnTo>
                  <a:lnTo>
                    <a:pt x="5970" y="209"/>
                  </a:lnTo>
                  <a:lnTo>
                    <a:pt x="5978" y="195"/>
                  </a:lnTo>
                  <a:lnTo>
                    <a:pt x="5985" y="182"/>
                  </a:lnTo>
                  <a:lnTo>
                    <a:pt x="5990" y="167"/>
                  </a:lnTo>
                  <a:lnTo>
                    <a:pt x="5993" y="153"/>
                  </a:lnTo>
                  <a:lnTo>
                    <a:pt x="5997" y="137"/>
                  </a:lnTo>
                  <a:lnTo>
                    <a:pt x="5997" y="121"/>
                  </a:lnTo>
                  <a:lnTo>
                    <a:pt x="5997" y="0"/>
                  </a:lnTo>
                  <a:lnTo>
                    <a:pt x="0" y="0"/>
                  </a:lnTo>
                  <a:lnTo>
                    <a:pt x="0" y="121"/>
                  </a:lnTo>
                  <a:lnTo>
                    <a:pt x="0" y="121"/>
                  </a:lnTo>
                  <a:lnTo>
                    <a:pt x="2" y="137"/>
                  </a:lnTo>
                  <a:lnTo>
                    <a:pt x="3" y="153"/>
                  </a:lnTo>
                  <a:lnTo>
                    <a:pt x="8" y="167"/>
                  </a:lnTo>
                  <a:lnTo>
                    <a:pt x="13" y="182"/>
                  </a:lnTo>
                  <a:lnTo>
                    <a:pt x="20" y="195"/>
                  </a:lnTo>
                  <a:lnTo>
                    <a:pt x="27" y="209"/>
                  </a:lnTo>
                  <a:lnTo>
                    <a:pt x="37" y="221"/>
                  </a:lnTo>
                  <a:lnTo>
                    <a:pt x="47" y="231"/>
                  </a:lnTo>
                  <a:lnTo>
                    <a:pt x="57" y="241"/>
                  </a:lnTo>
                  <a:lnTo>
                    <a:pt x="69" y="251"/>
                  </a:lnTo>
                  <a:lnTo>
                    <a:pt x="82" y="258"/>
                  </a:lnTo>
                  <a:lnTo>
                    <a:pt x="96" y="264"/>
                  </a:lnTo>
                  <a:lnTo>
                    <a:pt x="109" y="269"/>
                  </a:lnTo>
                  <a:lnTo>
                    <a:pt x="124" y="275"/>
                  </a:lnTo>
                  <a:lnTo>
                    <a:pt x="141" y="276"/>
                  </a:lnTo>
                  <a:lnTo>
                    <a:pt x="156" y="278"/>
                  </a:lnTo>
                  <a:lnTo>
                    <a:pt x="156" y="278"/>
                  </a:lnTo>
                  <a:close/>
                </a:path>
              </a:pathLst>
            </a:custGeom>
            <a:solidFill>
              <a:srgbClr val="18181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0" name="9Slide.vn 5">
              <a:extLst>
                <a:ext uri="{FF2B5EF4-FFF2-40B4-BE49-F238E27FC236}">
                  <a16:creationId xmlns:a16="http://schemas.microsoft.com/office/drawing/2014/main" id="{9441EC7C-061E-4558-9FF8-E9B0DA0F84AA}"/>
                </a:ext>
              </a:extLst>
            </p:cNvPr>
            <p:cNvSpPr>
              <a:spLocks noChangeArrowheads="1"/>
            </p:cNvSpPr>
            <p:nvPr/>
          </p:nvSpPr>
          <p:spPr bwMode="auto">
            <a:xfrm>
              <a:off x="4205288" y="533400"/>
              <a:ext cx="8897938" cy="5565775"/>
            </a:xfrm>
            <a:prstGeom prst="rect">
              <a:avLst/>
            </a:prstGeom>
            <a:solidFill>
              <a:srgbClr val="262626"/>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1" name="9Slide.vn 6">
              <a:extLst>
                <a:ext uri="{FF2B5EF4-FFF2-40B4-BE49-F238E27FC236}">
                  <a16:creationId xmlns:a16="http://schemas.microsoft.com/office/drawing/2014/main" id="{F4AB6E09-791B-48E7-B2E0-4762432F77AB}"/>
                </a:ext>
              </a:extLst>
            </p:cNvPr>
            <p:cNvSpPr>
              <a:spLocks/>
            </p:cNvSpPr>
            <p:nvPr/>
          </p:nvSpPr>
          <p:spPr bwMode="auto">
            <a:xfrm>
              <a:off x="2738438" y="6618288"/>
              <a:ext cx="11828463" cy="239713"/>
            </a:xfrm>
            <a:custGeom>
              <a:avLst/>
              <a:gdLst>
                <a:gd name="T0" fmla="*/ 7451 w 7451"/>
                <a:gd name="T1" fmla="*/ 0 h 151"/>
                <a:gd name="T2" fmla="*/ 4441 w 7451"/>
                <a:gd name="T3" fmla="*/ 1 h 151"/>
                <a:gd name="T4" fmla="*/ 4381 w 7451"/>
                <a:gd name="T5" fmla="*/ 35 h 151"/>
                <a:gd name="T6" fmla="*/ 3097 w 7451"/>
                <a:gd name="T7" fmla="*/ 35 h 151"/>
                <a:gd name="T8" fmla="*/ 3020 w 7451"/>
                <a:gd name="T9" fmla="*/ 1 h 151"/>
                <a:gd name="T10" fmla="*/ 0 w 7451"/>
                <a:gd name="T11" fmla="*/ 0 h 151"/>
                <a:gd name="T12" fmla="*/ 0 w 7451"/>
                <a:gd name="T13" fmla="*/ 35 h 151"/>
                <a:gd name="T14" fmla="*/ 0 w 7451"/>
                <a:gd name="T15" fmla="*/ 35 h 151"/>
                <a:gd name="T16" fmla="*/ 61 w 7451"/>
                <a:gd name="T17" fmla="*/ 53 h 151"/>
                <a:gd name="T18" fmla="*/ 98 w 7451"/>
                <a:gd name="T19" fmla="*/ 65 h 151"/>
                <a:gd name="T20" fmla="*/ 140 w 7451"/>
                <a:gd name="T21" fmla="*/ 75 h 151"/>
                <a:gd name="T22" fmla="*/ 140 w 7451"/>
                <a:gd name="T23" fmla="*/ 75 h 151"/>
                <a:gd name="T24" fmla="*/ 168 w 7451"/>
                <a:gd name="T25" fmla="*/ 82 h 151"/>
                <a:gd name="T26" fmla="*/ 216 w 7451"/>
                <a:gd name="T27" fmla="*/ 90 h 151"/>
                <a:gd name="T28" fmla="*/ 286 w 7451"/>
                <a:gd name="T29" fmla="*/ 102 h 151"/>
                <a:gd name="T30" fmla="*/ 384 w 7451"/>
                <a:gd name="T31" fmla="*/ 114 h 151"/>
                <a:gd name="T32" fmla="*/ 384 w 7451"/>
                <a:gd name="T33" fmla="*/ 114 h 151"/>
                <a:gd name="T34" fmla="*/ 438 w 7451"/>
                <a:gd name="T35" fmla="*/ 121 h 151"/>
                <a:gd name="T36" fmla="*/ 510 w 7451"/>
                <a:gd name="T37" fmla="*/ 127 h 151"/>
                <a:gd name="T38" fmla="*/ 601 w 7451"/>
                <a:gd name="T39" fmla="*/ 134 h 151"/>
                <a:gd name="T40" fmla="*/ 707 w 7451"/>
                <a:gd name="T41" fmla="*/ 141 h 151"/>
                <a:gd name="T42" fmla="*/ 707 w 7451"/>
                <a:gd name="T43" fmla="*/ 141 h 151"/>
                <a:gd name="T44" fmla="*/ 838 w 7451"/>
                <a:gd name="T45" fmla="*/ 146 h 151"/>
                <a:gd name="T46" fmla="*/ 924 w 7451"/>
                <a:gd name="T47" fmla="*/ 148 h 151"/>
                <a:gd name="T48" fmla="*/ 924 w 7451"/>
                <a:gd name="T49" fmla="*/ 148 h 151"/>
                <a:gd name="T50" fmla="*/ 1195 w 7451"/>
                <a:gd name="T51" fmla="*/ 149 h 151"/>
                <a:gd name="T52" fmla="*/ 1718 w 7451"/>
                <a:gd name="T53" fmla="*/ 151 h 151"/>
                <a:gd name="T54" fmla="*/ 3188 w 7451"/>
                <a:gd name="T55" fmla="*/ 151 h 151"/>
                <a:gd name="T56" fmla="*/ 5479 w 7451"/>
                <a:gd name="T57" fmla="*/ 149 h 151"/>
                <a:gd name="T58" fmla="*/ 5479 w 7451"/>
                <a:gd name="T59" fmla="*/ 149 h 151"/>
                <a:gd name="T60" fmla="*/ 5921 w 7451"/>
                <a:gd name="T61" fmla="*/ 151 h 151"/>
                <a:gd name="T62" fmla="*/ 6244 w 7451"/>
                <a:gd name="T63" fmla="*/ 151 h 151"/>
                <a:gd name="T64" fmla="*/ 6529 w 7451"/>
                <a:gd name="T65" fmla="*/ 148 h 151"/>
                <a:gd name="T66" fmla="*/ 6529 w 7451"/>
                <a:gd name="T67" fmla="*/ 148 h 151"/>
                <a:gd name="T68" fmla="*/ 6613 w 7451"/>
                <a:gd name="T69" fmla="*/ 146 h 151"/>
                <a:gd name="T70" fmla="*/ 6744 w 7451"/>
                <a:gd name="T71" fmla="*/ 141 h 151"/>
                <a:gd name="T72" fmla="*/ 6744 w 7451"/>
                <a:gd name="T73" fmla="*/ 141 h 151"/>
                <a:gd name="T74" fmla="*/ 6852 w 7451"/>
                <a:gd name="T75" fmla="*/ 134 h 151"/>
                <a:gd name="T76" fmla="*/ 6941 w 7451"/>
                <a:gd name="T77" fmla="*/ 127 h 151"/>
                <a:gd name="T78" fmla="*/ 7015 w 7451"/>
                <a:gd name="T79" fmla="*/ 121 h 151"/>
                <a:gd name="T80" fmla="*/ 7069 w 7451"/>
                <a:gd name="T81" fmla="*/ 114 h 151"/>
                <a:gd name="T82" fmla="*/ 7069 w 7451"/>
                <a:gd name="T83" fmla="*/ 114 h 151"/>
                <a:gd name="T84" fmla="*/ 7166 w 7451"/>
                <a:gd name="T85" fmla="*/ 102 h 151"/>
                <a:gd name="T86" fmla="*/ 7237 w 7451"/>
                <a:gd name="T87" fmla="*/ 90 h 151"/>
                <a:gd name="T88" fmla="*/ 7284 w 7451"/>
                <a:gd name="T89" fmla="*/ 82 h 151"/>
                <a:gd name="T90" fmla="*/ 7313 w 7451"/>
                <a:gd name="T91" fmla="*/ 75 h 151"/>
                <a:gd name="T92" fmla="*/ 7313 w 7451"/>
                <a:gd name="T93" fmla="*/ 75 h 151"/>
                <a:gd name="T94" fmla="*/ 7353 w 7451"/>
                <a:gd name="T95" fmla="*/ 65 h 151"/>
                <a:gd name="T96" fmla="*/ 7390 w 7451"/>
                <a:gd name="T97" fmla="*/ 53 h 151"/>
                <a:gd name="T98" fmla="*/ 7451 w 7451"/>
                <a:gd name="T99" fmla="*/ 35 h 151"/>
                <a:gd name="T100" fmla="*/ 7451 w 7451"/>
                <a:gd name="T101"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451" h="151">
                  <a:moveTo>
                    <a:pt x="7451" y="0"/>
                  </a:moveTo>
                  <a:lnTo>
                    <a:pt x="4441" y="1"/>
                  </a:lnTo>
                  <a:lnTo>
                    <a:pt x="4381" y="35"/>
                  </a:lnTo>
                  <a:lnTo>
                    <a:pt x="3097" y="35"/>
                  </a:lnTo>
                  <a:lnTo>
                    <a:pt x="3020" y="1"/>
                  </a:lnTo>
                  <a:lnTo>
                    <a:pt x="0" y="0"/>
                  </a:lnTo>
                  <a:lnTo>
                    <a:pt x="0" y="35"/>
                  </a:lnTo>
                  <a:lnTo>
                    <a:pt x="0" y="35"/>
                  </a:lnTo>
                  <a:lnTo>
                    <a:pt x="61" y="53"/>
                  </a:lnTo>
                  <a:lnTo>
                    <a:pt x="98" y="65"/>
                  </a:lnTo>
                  <a:lnTo>
                    <a:pt x="140" y="75"/>
                  </a:lnTo>
                  <a:lnTo>
                    <a:pt x="140" y="75"/>
                  </a:lnTo>
                  <a:lnTo>
                    <a:pt x="168" y="82"/>
                  </a:lnTo>
                  <a:lnTo>
                    <a:pt x="216" y="90"/>
                  </a:lnTo>
                  <a:lnTo>
                    <a:pt x="286" y="102"/>
                  </a:lnTo>
                  <a:lnTo>
                    <a:pt x="384" y="114"/>
                  </a:lnTo>
                  <a:lnTo>
                    <a:pt x="384" y="114"/>
                  </a:lnTo>
                  <a:lnTo>
                    <a:pt x="438" y="121"/>
                  </a:lnTo>
                  <a:lnTo>
                    <a:pt x="510" y="127"/>
                  </a:lnTo>
                  <a:lnTo>
                    <a:pt x="601" y="134"/>
                  </a:lnTo>
                  <a:lnTo>
                    <a:pt x="707" y="141"/>
                  </a:lnTo>
                  <a:lnTo>
                    <a:pt x="707" y="141"/>
                  </a:lnTo>
                  <a:lnTo>
                    <a:pt x="838" y="146"/>
                  </a:lnTo>
                  <a:lnTo>
                    <a:pt x="924" y="148"/>
                  </a:lnTo>
                  <a:lnTo>
                    <a:pt x="924" y="148"/>
                  </a:lnTo>
                  <a:lnTo>
                    <a:pt x="1195" y="149"/>
                  </a:lnTo>
                  <a:lnTo>
                    <a:pt x="1718" y="151"/>
                  </a:lnTo>
                  <a:lnTo>
                    <a:pt x="3188" y="151"/>
                  </a:lnTo>
                  <a:lnTo>
                    <a:pt x="5479" y="149"/>
                  </a:lnTo>
                  <a:lnTo>
                    <a:pt x="5479" y="149"/>
                  </a:lnTo>
                  <a:lnTo>
                    <a:pt x="5921" y="151"/>
                  </a:lnTo>
                  <a:lnTo>
                    <a:pt x="6244" y="151"/>
                  </a:lnTo>
                  <a:lnTo>
                    <a:pt x="6529" y="148"/>
                  </a:lnTo>
                  <a:lnTo>
                    <a:pt x="6529" y="148"/>
                  </a:lnTo>
                  <a:lnTo>
                    <a:pt x="6613" y="146"/>
                  </a:lnTo>
                  <a:lnTo>
                    <a:pt x="6744" y="141"/>
                  </a:lnTo>
                  <a:lnTo>
                    <a:pt x="6744" y="141"/>
                  </a:lnTo>
                  <a:lnTo>
                    <a:pt x="6852" y="134"/>
                  </a:lnTo>
                  <a:lnTo>
                    <a:pt x="6941" y="127"/>
                  </a:lnTo>
                  <a:lnTo>
                    <a:pt x="7015" y="121"/>
                  </a:lnTo>
                  <a:lnTo>
                    <a:pt x="7069" y="114"/>
                  </a:lnTo>
                  <a:lnTo>
                    <a:pt x="7069" y="114"/>
                  </a:lnTo>
                  <a:lnTo>
                    <a:pt x="7166" y="102"/>
                  </a:lnTo>
                  <a:lnTo>
                    <a:pt x="7237" y="90"/>
                  </a:lnTo>
                  <a:lnTo>
                    <a:pt x="7284" y="82"/>
                  </a:lnTo>
                  <a:lnTo>
                    <a:pt x="7313" y="75"/>
                  </a:lnTo>
                  <a:lnTo>
                    <a:pt x="7313" y="75"/>
                  </a:lnTo>
                  <a:lnTo>
                    <a:pt x="7353" y="65"/>
                  </a:lnTo>
                  <a:lnTo>
                    <a:pt x="7390" y="53"/>
                  </a:lnTo>
                  <a:lnTo>
                    <a:pt x="7451" y="35"/>
                  </a:lnTo>
                  <a:lnTo>
                    <a:pt x="7451" y="0"/>
                  </a:lnTo>
                  <a:close/>
                </a:path>
              </a:pathLst>
            </a:custGeom>
            <a:solidFill>
              <a:srgbClr val="A5A6A8"/>
            </a:solidFill>
            <a:ln>
              <a:noFill/>
            </a:ln>
            <a:effectLst>
              <a:innerShdw blurRad="114300">
                <a:prstClr val="black">
                  <a:alpha val="70000"/>
                </a:prstClr>
              </a:innerShdw>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2" name="9Slide.vn 7">
              <a:extLst>
                <a:ext uri="{FF2B5EF4-FFF2-40B4-BE49-F238E27FC236}">
                  <a16:creationId xmlns:a16="http://schemas.microsoft.com/office/drawing/2014/main" id="{FF3498DC-8213-4932-9704-8122CCB4C5A1}"/>
                </a:ext>
              </a:extLst>
            </p:cNvPr>
            <p:cNvSpPr>
              <a:spLocks/>
            </p:cNvSpPr>
            <p:nvPr/>
          </p:nvSpPr>
          <p:spPr bwMode="auto">
            <a:xfrm>
              <a:off x="2738438" y="6618288"/>
              <a:ext cx="11828463" cy="55563"/>
            </a:xfrm>
            <a:custGeom>
              <a:avLst/>
              <a:gdLst>
                <a:gd name="T0" fmla="*/ 7451 w 7451"/>
                <a:gd name="T1" fmla="*/ 35 h 35"/>
                <a:gd name="T2" fmla="*/ 0 w 7451"/>
                <a:gd name="T3" fmla="*/ 35 h 35"/>
                <a:gd name="T4" fmla="*/ 0 w 7451"/>
                <a:gd name="T5" fmla="*/ 0 h 35"/>
                <a:gd name="T6" fmla="*/ 3020 w 7451"/>
                <a:gd name="T7" fmla="*/ 0 h 35"/>
                <a:gd name="T8" fmla="*/ 3047 w 7451"/>
                <a:gd name="T9" fmla="*/ 18 h 35"/>
                <a:gd name="T10" fmla="*/ 4413 w 7451"/>
                <a:gd name="T11" fmla="*/ 18 h 35"/>
                <a:gd name="T12" fmla="*/ 4441 w 7451"/>
                <a:gd name="T13" fmla="*/ 0 h 35"/>
                <a:gd name="T14" fmla="*/ 7451 w 7451"/>
                <a:gd name="T15" fmla="*/ 0 h 35"/>
                <a:gd name="T16" fmla="*/ 7451 w 7451"/>
                <a:gd name="T17" fmla="*/ 35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451" h="35">
                  <a:moveTo>
                    <a:pt x="7451" y="35"/>
                  </a:moveTo>
                  <a:lnTo>
                    <a:pt x="0" y="35"/>
                  </a:lnTo>
                  <a:lnTo>
                    <a:pt x="0" y="0"/>
                  </a:lnTo>
                  <a:lnTo>
                    <a:pt x="3020" y="0"/>
                  </a:lnTo>
                  <a:lnTo>
                    <a:pt x="3047" y="18"/>
                  </a:lnTo>
                  <a:lnTo>
                    <a:pt x="4413" y="18"/>
                  </a:lnTo>
                  <a:lnTo>
                    <a:pt x="4441" y="0"/>
                  </a:lnTo>
                  <a:lnTo>
                    <a:pt x="7451" y="0"/>
                  </a:lnTo>
                  <a:lnTo>
                    <a:pt x="7451" y="35"/>
                  </a:lnTo>
                  <a:close/>
                </a:path>
              </a:pathLst>
            </a:custGeom>
            <a:gradFill>
              <a:gsLst>
                <a:gs pos="0">
                  <a:srgbClr val="96999A">
                    <a:lumMod val="70000"/>
                  </a:srgbClr>
                </a:gs>
                <a:gs pos="3000">
                  <a:srgbClr val="96999A"/>
                </a:gs>
                <a:gs pos="100000">
                  <a:srgbClr val="96999A">
                    <a:lumMod val="70000"/>
                  </a:srgbClr>
                </a:gs>
                <a:gs pos="97000">
                  <a:srgbClr val="96999A"/>
                </a:gs>
                <a:gs pos="91000">
                  <a:srgbClr val="DFE0E1"/>
                </a:gs>
                <a:gs pos="9000">
                  <a:srgbClr val="DFE0E1"/>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sp>
          <p:nvSpPr>
            <p:cNvPr id="23" name="9Slide.vn 8">
              <a:extLst>
                <a:ext uri="{FF2B5EF4-FFF2-40B4-BE49-F238E27FC236}">
                  <a16:creationId xmlns:a16="http://schemas.microsoft.com/office/drawing/2014/main" id="{344E556A-A4C9-4D98-B474-D2B99294DACD}"/>
                </a:ext>
              </a:extLst>
            </p:cNvPr>
            <p:cNvSpPr>
              <a:spLocks/>
            </p:cNvSpPr>
            <p:nvPr/>
          </p:nvSpPr>
          <p:spPr bwMode="auto">
            <a:xfrm>
              <a:off x="7524750" y="6619875"/>
              <a:ext cx="2255838" cy="90488"/>
            </a:xfrm>
            <a:custGeom>
              <a:avLst/>
              <a:gdLst>
                <a:gd name="T0" fmla="*/ 1389 w 1421"/>
                <a:gd name="T1" fmla="*/ 2 h 57"/>
                <a:gd name="T2" fmla="*/ 32 w 1421"/>
                <a:gd name="T3" fmla="*/ 2 h 57"/>
                <a:gd name="T4" fmla="*/ 32 w 1421"/>
                <a:gd name="T5" fmla="*/ 2 h 57"/>
                <a:gd name="T6" fmla="*/ 17 w 1421"/>
                <a:gd name="T7" fmla="*/ 2 h 57"/>
                <a:gd name="T8" fmla="*/ 0 w 1421"/>
                <a:gd name="T9" fmla="*/ 0 h 57"/>
                <a:gd name="T10" fmla="*/ 0 w 1421"/>
                <a:gd name="T11" fmla="*/ 34 h 57"/>
                <a:gd name="T12" fmla="*/ 0 w 1421"/>
                <a:gd name="T13" fmla="*/ 34 h 57"/>
                <a:gd name="T14" fmla="*/ 20 w 1421"/>
                <a:gd name="T15" fmla="*/ 44 h 57"/>
                <a:gd name="T16" fmla="*/ 42 w 1421"/>
                <a:gd name="T17" fmla="*/ 51 h 57"/>
                <a:gd name="T18" fmla="*/ 64 w 1421"/>
                <a:gd name="T19" fmla="*/ 56 h 57"/>
                <a:gd name="T20" fmla="*/ 85 w 1421"/>
                <a:gd name="T21" fmla="*/ 57 h 57"/>
                <a:gd name="T22" fmla="*/ 1337 w 1421"/>
                <a:gd name="T23" fmla="*/ 57 h 57"/>
                <a:gd name="T24" fmla="*/ 1337 w 1421"/>
                <a:gd name="T25" fmla="*/ 57 h 57"/>
                <a:gd name="T26" fmla="*/ 1359 w 1421"/>
                <a:gd name="T27" fmla="*/ 56 h 57"/>
                <a:gd name="T28" fmla="*/ 1381 w 1421"/>
                <a:gd name="T29" fmla="*/ 51 h 57"/>
                <a:gd name="T30" fmla="*/ 1401 w 1421"/>
                <a:gd name="T31" fmla="*/ 44 h 57"/>
                <a:gd name="T32" fmla="*/ 1421 w 1421"/>
                <a:gd name="T33" fmla="*/ 34 h 57"/>
                <a:gd name="T34" fmla="*/ 1421 w 1421"/>
                <a:gd name="T35" fmla="*/ 0 h 57"/>
                <a:gd name="T36" fmla="*/ 1421 w 1421"/>
                <a:gd name="T37" fmla="*/ 0 h 57"/>
                <a:gd name="T38" fmla="*/ 1406 w 1421"/>
                <a:gd name="T39" fmla="*/ 2 h 57"/>
                <a:gd name="T40" fmla="*/ 1389 w 1421"/>
                <a:gd name="T41" fmla="*/ 2 h 57"/>
                <a:gd name="T42" fmla="*/ 1389 w 1421"/>
                <a:gd name="T43" fmla="*/ 2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421" h="57">
                  <a:moveTo>
                    <a:pt x="1389" y="2"/>
                  </a:moveTo>
                  <a:lnTo>
                    <a:pt x="32" y="2"/>
                  </a:lnTo>
                  <a:lnTo>
                    <a:pt x="32" y="2"/>
                  </a:lnTo>
                  <a:lnTo>
                    <a:pt x="17" y="2"/>
                  </a:lnTo>
                  <a:lnTo>
                    <a:pt x="0" y="0"/>
                  </a:lnTo>
                  <a:lnTo>
                    <a:pt x="0" y="34"/>
                  </a:lnTo>
                  <a:lnTo>
                    <a:pt x="0" y="34"/>
                  </a:lnTo>
                  <a:lnTo>
                    <a:pt x="20" y="44"/>
                  </a:lnTo>
                  <a:lnTo>
                    <a:pt x="42" y="51"/>
                  </a:lnTo>
                  <a:lnTo>
                    <a:pt x="64" y="56"/>
                  </a:lnTo>
                  <a:lnTo>
                    <a:pt x="85" y="57"/>
                  </a:lnTo>
                  <a:lnTo>
                    <a:pt x="1337" y="57"/>
                  </a:lnTo>
                  <a:lnTo>
                    <a:pt x="1337" y="57"/>
                  </a:lnTo>
                  <a:lnTo>
                    <a:pt x="1359" y="56"/>
                  </a:lnTo>
                  <a:lnTo>
                    <a:pt x="1381" y="51"/>
                  </a:lnTo>
                  <a:lnTo>
                    <a:pt x="1401" y="44"/>
                  </a:lnTo>
                  <a:lnTo>
                    <a:pt x="1421" y="34"/>
                  </a:lnTo>
                  <a:lnTo>
                    <a:pt x="1421" y="0"/>
                  </a:lnTo>
                  <a:lnTo>
                    <a:pt x="1421" y="0"/>
                  </a:lnTo>
                  <a:lnTo>
                    <a:pt x="1406" y="2"/>
                  </a:lnTo>
                  <a:lnTo>
                    <a:pt x="1389" y="2"/>
                  </a:lnTo>
                  <a:lnTo>
                    <a:pt x="1389" y="2"/>
                  </a:lnTo>
                  <a:close/>
                </a:path>
              </a:pathLst>
            </a:custGeom>
            <a:gradFill>
              <a:gsLst>
                <a:gs pos="0">
                  <a:srgbClr val="96999A">
                    <a:lumMod val="70000"/>
                  </a:srgbClr>
                </a:gs>
                <a:gs pos="3000">
                  <a:srgbClr val="96999A"/>
                </a:gs>
                <a:gs pos="100000">
                  <a:srgbClr val="96999A">
                    <a:lumMod val="70000"/>
                  </a:srgbClr>
                </a:gs>
                <a:gs pos="97000">
                  <a:srgbClr val="96999A"/>
                </a:gs>
                <a:gs pos="91000">
                  <a:srgbClr val="DFE0E1">
                    <a:lumMod val="95000"/>
                  </a:srgbClr>
                </a:gs>
                <a:gs pos="9000">
                  <a:srgbClr val="DFE0E1">
                    <a:lumMod val="95000"/>
                  </a:srgbClr>
                </a:gs>
              </a:gsLst>
              <a:lin ang="0" scaled="1"/>
            </a:gra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b="0" i="0">
                <a:latin typeface="K2D" panose="00000500000000000000" pitchFamily="2" charset="-34"/>
              </a:endParaRPr>
            </a:p>
          </p:txBody>
        </p:sp>
      </p:grpSp>
      <p:sp>
        <p:nvSpPr>
          <p:cNvPr id="5" name="Picture Placeholder 4"/>
          <p:cNvSpPr>
            <a:spLocks noGrp="1"/>
          </p:cNvSpPr>
          <p:nvPr>
            <p:ph type="pic" sz="quarter" idx="12" hasCustomPrompt="1"/>
          </p:nvPr>
        </p:nvSpPr>
        <p:spPr>
          <a:xfrm>
            <a:off x="6825291" y="1400175"/>
            <a:ext cx="5762625" cy="3600450"/>
          </a:xfrm>
          <a:solidFill>
            <a:schemeClr val="bg1">
              <a:lumMod val="95000"/>
            </a:schemeClr>
          </a:solidFill>
        </p:spPr>
        <p:txBody>
          <a:bodyPr anchor="ctr" anchorCtr="0"/>
          <a:lstStyle>
            <a:lvl1pPr marL="0" indent="0" algn="ctr">
              <a:buNone/>
              <a:defRPr/>
            </a:lvl1pPr>
          </a:lstStyle>
          <a:p>
            <a:r>
              <a:rPr lang="en-US"/>
              <a:t>Thêm ảnh</a:t>
            </a:r>
          </a:p>
        </p:txBody>
      </p:sp>
      <p:sp>
        <p:nvSpPr>
          <p:cNvPr id="24" name="Title 1"/>
          <p:cNvSpPr>
            <a:spLocks noGrp="1"/>
          </p:cNvSpPr>
          <p:nvPr>
            <p:ph type="ctrTitle" hasCustomPrompt="1"/>
          </p:nvPr>
        </p:nvSpPr>
        <p:spPr>
          <a:xfrm>
            <a:off x="514349" y="1400175"/>
            <a:ext cx="5153025" cy="1655762"/>
          </a:xfrm>
        </p:spPr>
        <p:txBody>
          <a:bodyPr anchor="b" anchorCtr="0">
            <a:noAutofit/>
          </a:bodyPr>
          <a:lstStyle>
            <a:lvl1pPr algn="l">
              <a:defRPr lang="en-US" sz="4000" b="1" kern="1200" baseline="0" dirty="0">
                <a:solidFill>
                  <a:srgbClr val="0070C0"/>
                </a:solidFill>
                <a:latin typeface="K2D" panose="00000500000000000000" pitchFamily="2" charset="-34"/>
                <a:ea typeface="+mj-ea"/>
                <a:cs typeface="+mj-cs"/>
              </a:defRPr>
            </a:lvl1pPr>
          </a:lstStyle>
          <a:p>
            <a:r>
              <a:rPr lang="en-US"/>
              <a:t>Tiêu đề</a:t>
            </a:r>
            <a:endParaRPr lang="en-US" dirty="0"/>
          </a:p>
        </p:txBody>
      </p:sp>
      <p:sp>
        <p:nvSpPr>
          <p:cNvPr id="25" name="Subtitle 2"/>
          <p:cNvSpPr>
            <a:spLocks noGrp="1"/>
          </p:cNvSpPr>
          <p:nvPr>
            <p:ph type="subTitle" idx="1" hasCustomPrompt="1"/>
          </p:nvPr>
        </p:nvSpPr>
        <p:spPr>
          <a:xfrm>
            <a:off x="514348" y="3160711"/>
            <a:ext cx="5153026" cy="1839914"/>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pic>
        <p:nvPicPr>
          <p:cNvPr id="31" name="Picture 30"/>
          <p:cNvPicPr>
            <a:picLocks noChangeAspect="1"/>
          </p:cNvPicPr>
          <p:nvPr userDrawn="1"/>
        </p:nvPicPr>
        <p:blipFill>
          <a:blip r:embed="rId3"/>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1005A496-97A9-F2E6-5A93-82ED29991805}"/>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3C5E9CB3-D945-22DB-F3B1-01E643966ACF}"/>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F4D6A3BA-05EA-D4A6-D520-6A0BBE9ACFC1}"/>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6" name="Slide Number Placeholder 5">
            <a:extLst>
              <a:ext uri="{FF2B5EF4-FFF2-40B4-BE49-F238E27FC236}">
                <a16:creationId xmlns:a16="http://schemas.microsoft.com/office/drawing/2014/main" id="{C181D0D4-C58F-2943-9F96-7367FEA221D7}"/>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7" name="Group 6">
            <a:extLst>
              <a:ext uri="{FF2B5EF4-FFF2-40B4-BE49-F238E27FC236}">
                <a16:creationId xmlns:a16="http://schemas.microsoft.com/office/drawing/2014/main" id="{05313E83-E883-5D3C-7410-B094E1918C1E}"/>
              </a:ext>
            </a:extLst>
          </p:cNvPr>
          <p:cNvGrpSpPr/>
          <p:nvPr userDrawn="1"/>
        </p:nvGrpSpPr>
        <p:grpSpPr>
          <a:xfrm>
            <a:off x="817685" y="6410864"/>
            <a:ext cx="2760487" cy="403790"/>
            <a:chOff x="741485" y="6410864"/>
            <a:chExt cx="2760487" cy="403790"/>
          </a:xfrm>
        </p:grpSpPr>
        <p:sp>
          <p:nvSpPr>
            <p:cNvPr id="8" name="TextBox 7">
              <a:extLst>
                <a:ext uri="{FF2B5EF4-FFF2-40B4-BE49-F238E27FC236}">
                  <a16:creationId xmlns:a16="http://schemas.microsoft.com/office/drawing/2014/main" id="{8D148F3C-F670-4585-6238-F7F73412182A}"/>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9" name="TextBox 8">
              <a:extLst>
                <a:ext uri="{FF2B5EF4-FFF2-40B4-BE49-F238E27FC236}">
                  <a16:creationId xmlns:a16="http://schemas.microsoft.com/office/drawing/2014/main" id="{9D5B6593-3DAF-E642-22A3-B33B2E999E01}"/>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11" name="TextBox 10">
            <a:extLst>
              <a:ext uri="{FF2B5EF4-FFF2-40B4-BE49-F238E27FC236}">
                <a16:creationId xmlns:a16="http://schemas.microsoft.com/office/drawing/2014/main" id="{D612E298-D721-FB54-E8B1-308FB365446A}"/>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2" name="Picture 11">
            <a:extLst>
              <a:ext uri="{FF2B5EF4-FFF2-40B4-BE49-F238E27FC236}">
                <a16:creationId xmlns:a16="http://schemas.microsoft.com/office/drawing/2014/main" id="{2FDE4871-7678-DA84-8689-2F27B59205B8}"/>
              </a:ext>
            </a:extLst>
          </p:cNvPr>
          <p:cNvPicPr>
            <a:picLocks noChangeAspect="1"/>
          </p:cNvPicPr>
          <p:nvPr userDrawn="1"/>
        </p:nvPicPr>
        <p:blipFill>
          <a:blip r:embed="rId4"/>
          <a:stretch>
            <a:fillRect/>
          </a:stretch>
        </p:blipFill>
        <p:spPr>
          <a:xfrm>
            <a:off x="2583391" y="6481985"/>
            <a:ext cx="9339545" cy="118261"/>
          </a:xfrm>
          <a:prstGeom prst="rect">
            <a:avLst/>
          </a:prstGeom>
        </p:spPr>
      </p:pic>
      <p:sp>
        <p:nvSpPr>
          <p:cNvPr id="13" name="Date Placeholder 3">
            <a:extLst>
              <a:ext uri="{FF2B5EF4-FFF2-40B4-BE49-F238E27FC236}">
                <a16:creationId xmlns:a16="http://schemas.microsoft.com/office/drawing/2014/main" id="{613E948E-49EF-8C4E-0898-E98F72B6A121}"/>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4" name="Footer Placeholder 4">
            <a:extLst>
              <a:ext uri="{FF2B5EF4-FFF2-40B4-BE49-F238E27FC236}">
                <a16:creationId xmlns:a16="http://schemas.microsoft.com/office/drawing/2014/main" id="{35A65652-1FC1-56DE-41BF-70B7E3176F6D}"/>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33516952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left)">
                                      <p:cBhvr>
                                        <p:cTn id="7" dur="500"/>
                                        <p:tgtEl>
                                          <p:spTgt spid="24"/>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25">
                                            <p:txEl>
                                              <p:pRg st="0" end="0"/>
                                            </p:txEl>
                                          </p:spTgt>
                                        </p:tgtEl>
                                        <p:attrNameLst>
                                          <p:attrName>style.visibility</p:attrName>
                                        </p:attrNameLst>
                                      </p:cBhvr>
                                      <p:to>
                                        <p:strVal val="visible"/>
                                      </p:to>
                                    </p:set>
                                    <p:animEffect transition="in" filter="wipe(left)">
                                      <p:cBhvr>
                                        <p:cTn id="11" dur="500"/>
                                        <p:tgtEl>
                                          <p:spTgt spid="2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build="p">
        <p:tmplLst>
          <p:tmpl lvl="1">
            <p:tnLst>
              <p:par>
                <p:cTn presetID="22" presetClass="entr" presetSubtype="8"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wipe(left)">
                      <p:cBhvr>
                        <p:cTn dur="500"/>
                        <p:tgtEl>
                          <p:spTgt spid="25"/>
                        </p:tgtEl>
                      </p:cBhvr>
                    </p:animEffect>
                  </p:childTnLst>
                </p:cTn>
              </p:par>
            </p:tnLst>
          </p:tmpl>
        </p:tmplLst>
      </p:bldP>
    </p:bld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hone 1">
    <p:spTree>
      <p:nvGrpSpPr>
        <p:cNvPr id="1" name=""/>
        <p:cNvGrpSpPr/>
        <p:nvPr/>
      </p:nvGrpSpPr>
      <p:grpSpPr>
        <a:xfrm>
          <a:off x="0" y="0"/>
          <a:ext cx="0" cy="0"/>
          <a:chOff x="0" y="0"/>
          <a:chExt cx="0" cy="0"/>
        </a:xfrm>
      </p:grpSpPr>
      <p:sp>
        <p:nvSpPr>
          <p:cNvPr id="24" name="Title 1"/>
          <p:cNvSpPr>
            <a:spLocks noGrp="1"/>
          </p:cNvSpPr>
          <p:nvPr>
            <p:ph type="ctrTitle" hasCustomPrompt="1"/>
          </p:nvPr>
        </p:nvSpPr>
        <p:spPr>
          <a:xfrm>
            <a:off x="514349" y="1048131"/>
            <a:ext cx="5153025" cy="1655762"/>
          </a:xfrm>
        </p:spPr>
        <p:txBody>
          <a:bodyPr anchor="b" anchorCtr="0">
            <a:noAutofit/>
          </a:bodyPr>
          <a:lstStyle>
            <a:lvl1pPr algn="l">
              <a:defRPr lang="en-US" sz="4000" b="1" kern="1200" baseline="0" dirty="0">
                <a:solidFill>
                  <a:srgbClr val="0070C0"/>
                </a:solidFill>
                <a:latin typeface="K2D" panose="00000500000000000000" pitchFamily="2" charset="-34"/>
                <a:ea typeface="+mj-ea"/>
                <a:cs typeface="+mj-cs"/>
              </a:defRPr>
            </a:lvl1pPr>
          </a:lstStyle>
          <a:p>
            <a:r>
              <a:rPr lang="en-US"/>
              <a:t>Tiêu đề</a:t>
            </a:r>
            <a:endParaRPr lang="en-US" dirty="0"/>
          </a:p>
        </p:txBody>
      </p:sp>
      <p:sp>
        <p:nvSpPr>
          <p:cNvPr id="25" name="Subtitle 2"/>
          <p:cNvSpPr>
            <a:spLocks noGrp="1"/>
          </p:cNvSpPr>
          <p:nvPr>
            <p:ph type="subTitle" idx="1" hasCustomPrompt="1"/>
          </p:nvPr>
        </p:nvSpPr>
        <p:spPr>
          <a:xfrm>
            <a:off x="514348" y="2808667"/>
            <a:ext cx="5153026" cy="2287208"/>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pic>
        <p:nvPicPr>
          <p:cNvPr id="17" name="Picture 16">
            <a:extLst>
              <a:ext uri="{FF2B5EF4-FFF2-40B4-BE49-F238E27FC236}">
                <a16:creationId xmlns:a16="http://schemas.microsoft.com/office/drawing/2014/main" id="{FB96C117-0DD7-57D2-DF3E-3C0A174E03F4}"/>
              </a:ext>
            </a:extLst>
          </p:cNvPr>
          <p:cNvPicPr>
            <a:picLocks noChangeAspect="1"/>
          </p:cNvPicPr>
          <p:nvPr userDrawn="1"/>
        </p:nvPicPr>
        <p:blipFill>
          <a:blip r:embed="rId2">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3" y="1742120"/>
            <a:ext cx="3453753" cy="3402396"/>
          </a:xfrm>
          <a:prstGeom prst="rect">
            <a:avLst/>
          </a:prstGeom>
        </p:spPr>
      </p:pic>
      <p:pic>
        <p:nvPicPr>
          <p:cNvPr id="20" name="Picture 2" descr="Samsung Mobile Mockup Template Download on Pngtree | Mobile mockup, Samsung  mobile, Samsung"/>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6746875" y="657226"/>
            <a:ext cx="4972049" cy="4972050"/>
          </a:xfrm>
          <a:prstGeom prst="rect">
            <a:avLst/>
          </a:prstGeom>
          <a:noFill/>
          <a:extLst>
            <a:ext uri="{909E8E84-426E-40DD-AFC4-6F175D3DCCD1}">
              <a14:hiddenFill xmlns:a14="http://schemas.microsoft.com/office/drawing/2010/main">
                <a:solidFill>
                  <a:srgbClr val="FFFFFF"/>
                </a:solidFill>
              </a14:hiddenFill>
            </a:ext>
          </a:extLst>
        </p:spPr>
      </p:pic>
      <p:sp>
        <p:nvSpPr>
          <p:cNvPr id="21" name="Picture Placeholder 5"/>
          <p:cNvSpPr>
            <a:spLocks noGrp="1"/>
          </p:cNvSpPr>
          <p:nvPr>
            <p:ph type="pic" sz="quarter" idx="12" hasCustomPrompt="1"/>
          </p:nvPr>
        </p:nvSpPr>
        <p:spPr>
          <a:xfrm>
            <a:off x="8305800" y="1057275"/>
            <a:ext cx="2095500" cy="4038600"/>
          </a:xfrm>
          <a:prstGeom prst="roundRect">
            <a:avLst>
              <a:gd name="adj" fmla="val 4741"/>
            </a:avLst>
          </a:prstGeom>
          <a:solidFill>
            <a:schemeClr val="bg1">
              <a:lumMod val="95000"/>
            </a:schemeClr>
          </a:solidFill>
        </p:spPr>
        <p:txBody>
          <a:bodyPr anchor="ctr" anchorCtr="0"/>
          <a:lstStyle>
            <a:lvl1pPr marL="0" indent="0" algn="ctr">
              <a:buNone/>
              <a:defRPr/>
            </a:lvl1pPr>
          </a:lstStyle>
          <a:p>
            <a:r>
              <a:rPr lang="en-US"/>
              <a:t>Thêm ảnh</a:t>
            </a:r>
          </a:p>
        </p:txBody>
      </p:sp>
      <p:pic>
        <p:nvPicPr>
          <p:cNvPr id="18" name="Picture 17"/>
          <p:cNvPicPr>
            <a:picLocks noChangeAspect="1"/>
          </p:cNvPicPr>
          <p:nvPr userDrawn="1"/>
        </p:nvPicPr>
        <p:blipFill>
          <a:blip r:embed="rId4"/>
          <a:stretch>
            <a:fillRect/>
          </a:stretch>
        </p:blipFill>
        <p:spPr>
          <a:xfrm>
            <a:off x="11987783" y="93587"/>
            <a:ext cx="107165" cy="107007"/>
          </a:xfrm>
          <a:prstGeom prst="rect">
            <a:avLst/>
          </a:prstGeom>
        </p:spPr>
      </p:pic>
      <p:sp>
        <p:nvSpPr>
          <p:cNvPr id="2" name="Slide Number Placeholder 5">
            <a:extLst>
              <a:ext uri="{FF2B5EF4-FFF2-40B4-BE49-F238E27FC236}">
                <a16:creationId xmlns:a16="http://schemas.microsoft.com/office/drawing/2014/main" id="{9F5E8B0A-35A9-1D4F-DB19-BE07791E78FF}"/>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68DE1F6B-3A1F-F4AA-B616-B69C903A9093}"/>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3DA17A55-6967-1E8F-7303-5303CBD602A3}"/>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1D4F218F-2B5C-5125-3565-DD9470D67757}"/>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45F21373-8291-8606-349F-C9D37F7F42EA}"/>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5890A1A8-07D6-CC23-110F-A4349C95D83B}"/>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C4B2C4FA-6364-1259-35B8-B7538FBAB899}"/>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C298D622-19A9-9C4F-D8B3-A0B8BACFDA92}"/>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81D19E43-BFD6-BAEA-5172-CB6E311691D2}"/>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086DB862-383E-AC4E-53C8-05578489E46A}"/>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2" name="Footer Placeholder 4">
            <a:extLst>
              <a:ext uri="{FF2B5EF4-FFF2-40B4-BE49-F238E27FC236}">
                <a16:creationId xmlns:a16="http://schemas.microsoft.com/office/drawing/2014/main" id="{861406AB-9157-BB66-317E-91FF66767BA9}"/>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Tree>
    <p:extLst>
      <p:ext uri="{BB962C8B-B14F-4D97-AF65-F5344CB8AC3E}">
        <p14:creationId xmlns:p14="http://schemas.microsoft.com/office/powerpoint/2010/main" val="4067497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left)">
                                      <p:cBhvr>
                                        <p:cTn id="7" dur="500"/>
                                        <p:tgtEl>
                                          <p:spTgt spid="24"/>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25">
                                            <p:txEl>
                                              <p:pRg st="0" end="0"/>
                                            </p:txEl>
                                          </p:spTgt>
                                        </p:tgtEl>
                                        <p:attrNameLst>
                                          <p:attrName>style.visibility</p:attrName>
                                        </p:attrNameLst>
                                      </p:cBhvr>
                                      <p:to>
                                        <p:strVal val="visible"/>
                                      </p:to>
                                    </p:set>
                                    <p:animEffect transition="in" filter="wipe(left)">
                                      <p:cBhvr>
                                        <p:cTn id="11" dur="500"/>
                                        <p:tgtEl>
                                          <p:spTgt spid="2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5" grpId="0" build="p">
        <p:tmplLst>
          <p:tmpl lvl="1">
            <p:tnLst>
              <p:par>
                <p:cTn presetID="22" presetClass="entr" presetSubtype="8" fill="hold" nodeType="after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wipe(left)">
                      <p:cBhvr>
                        <p:cTn dur="500"/>
                        <p:tgtEl>
                          <p:spTgt spid="25"/>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hone 2">
    <p:spTree>
      <p:nvGrpSpPr>
        <p:cNvPr id="1" name=""/>
        <p:cNvGrpSpPr/>
        <p:nvPr/>
      </p:nvGrpSpPr>
      <p:grpSpPr>
        <a:xfrm>
          <a:off x="0" y="0"/>
          <a:ext cx="0" cy="0"/>
          <a:chOff x="0" y="0"/>
          <a:chExt cx="0" cy="0"/>
        </a:xfrm>
      </p:grpSpPr>
      <p:pic>
        <p:nvPicPr>
          <p:cNvPr id="14" name="Picture 2">
            <a:extLst>
              <a:ext uri="{FF2B5EF4-FFF2-40B4-BE49-F238E27FC236}">
                <a16:creationId xmlns:a16="http://schemas.microsoft.com/office/drawing/2014/main" id="{E6F05EB3-1A18-FFAB-87F4-C3B6F94C3D6F}"/>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p:blipFill>
        <p:spPr bwMode="auto">
          <a:xfrm>
            <a:off x="7943863" y="1011126"/>
            <a:ext cx="3171810" cy="513878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C5B58D15-E021-9409-2BF6-38B86625489C}"/>
              </a:ext>
            </a:extLst>
          </p:cNvPr>
          <p:cNvPicPr>
            <a:picLocks noChangeAspect="1"/>
          </p:cNvPicPr>
          <p:nvPr userDrawn="1"/>
        </p:nvPicPr>
        <p:blipFill>
          <a:blip r:embed="rId3">
            <a:duotone>
              <a:prstClr val="black"/>
              <a:schemeClr val="tx2">
                <a:tint val="45000"/>
                <a:satMod val="400000"/>
              </a:schemeClr>
            </a:duotone>
            <a:alphaModFix amt="85000"/>
            <a:extLst>
              <a:ext uri="{28A0092B-C50C-407E-A947-70E740481C1C}">
                <a14:useLocalDpi xmlns:a14="http://schemas.microsoft.com/office/drawing/2010/main" val="0"/>
              </a:ext>
            </a:extLst>
          </a:blip>
          <a:stretch>
            <a:fillRect/>
          </a:stretch>
        </p:blipFill>
        <p:spPr>
          <a:xfrm>
            <a:off x="4369123" y="1742120"/>
            <a:ext cx="3453753" cy="3402396"/>
          </a:xfrm>
          <a:prstGeom prst="rect">
            <a:avLst/>
          </a:prstGeom>
        </p:spPr>
      </p:pic>
      <p:pic>
        <p:nvPicPr>
          <p:cNvPr id="26" name="Picture 25"/>
          <p:cNvPicPr>
            <a:picLocks noChangeAspect="1"/>
          </p:cNvPicPr>
          <p:nvPr userDrawn="1"/>
        </p:nvPicPr>
        <p:blipFill>
          <a:blip r:embed="rId4"/>
          <a:stretch>
            <a:fillRect/>
          </a:stretch>
        </p:blipFill>
        <p:spPr>
          <a:xfrm>
            <a:off x="11987783" y="93587"/>
            <a:ext cx="107165" cy="107007"/>
          </a:xfrm>
          <a:prstGeom prst="rect">
            <a:avLst/>
          </a:prstGeom>
        </p:spPr>
      </p:pic>
      <p:sp>
        <p:nvSpPr>
          <p:cNvPr id="27" name="Title 1">
            <a:extLst>
              <a:ext uri="{FF2B5EF4-FFF2-40B4-BE49-F238E27FC236}">
                <a16:creationId xmlns:a16="http://schemas.microsoft.com/office/drawing/2014/main" id="{E05A38DB-2EAE-47C8-9F84-174DA202456A}"/>
              </a:ext>
            </a:extLst>
          </p:cNvPr>
          <p:cNvSpPr>
            <a:spLocks noGrp="1"/>
          </p:cNvSpPr>
          <p:nvPr>
            <p:ph type="ctrTitle" hasCustomPrompt="1"/>
          </p:nvPr>
        </p:nvSpPr>
        <p:spPr>
          <a:xfrm>
            <a:off x="514349" y="1048131"/>
            <a:ext cx="5153025" cy="1655762"/>
          </a:xfrm>
        </p:spPr>
        <p:txBody>
          <a:bodyPr anchor="b" anchorCtr="0">
            <a:noAutofit/>
          </a:bodyPr>
          <a:lstStyle>
            <a:lvl1pPr algn="l">
              <a:defRPr lang="en-US" sz="4000" b="1" kern="1200" baseline="0" dirty="0">
                <a:solidFill>
                  <a:srgbClr val="0070C0"/>
                </a:solidFill>
                <a:latin typeface="K2D" panose="00000500000000000000" pitchFamily="2" charset="-34"/>
                <a:ea typeface="+mj-ea"/>
                <a:cs typeface="+mj-cs"/>
              </a:defRPr>
            </a:lvl1pPr>
          </a:lstStyle>
          <a:p>
            <a:r>
              <a:rPr lang="en-US"/>
              <a:t>Tiêu đề</a:t>
            </a:r>
            <a:endParaRPr lang="en-US" dirty="0"/>
          </a:p>
        </p:txBody>
      </p:sp>
      <p:sp>
        <p:nvSpPr>
          <p:cNvPr id="28" name="Subtitle 2">
            <a:extLst>
              <a:ext uri="{FF2B5EF4-FFF2-40B4-BE49-F238E27FC236}">
                <a16:creationId xmlns:a16="http://schemas.microsoft.com/office/drawing/2014/main" id="{472C8C42-C792-4628-B171-1C30DA52BBDE}"/>
              </a:ext>
            </a:extLst>
          </p:cNvPr>
          <p:cNvSpPr>
            <a:spLocks noGrp="1"/>
          </p:cNvSpPr>
          <p:nvPr>
            <p:ph type="subTitle" idx="1" hasCustomPrompt="1"/>
          </p:nvPr>
        </p:nvSpPr>
        <p:spPr>
          <a:xfrm>
            <a:off x="514348" y="2808667"/>
            <a:ext cx="5153026" cy="2287208"/>
          </a:xfrm>
        </p:spPr>
        <p:txBody>
          <a:bodyPr anchor="t" anchorCtr="0">
            <a:noAutofit/>
          </a:bodyPr>
          <a:lstStyle>
            <a:lvl1pPr marL="0" indent="0" algn="l">
              <a:buNone/>
              <a:defRPr sz="2000" baseline="0">
                <a:solidFill>
                  <a:schemeClr val="tx1">
                    <a:lumMod val="65000"/>
                    <a:lumOff val="35000"/>
                  </a:schemeClr>
                </a:solidFill>
                <a:latin typeface="Readex Pro" pitchFamily="2" charset="-78"/>
                <a:cs typeface="Readex Pro" pitchFamily="2"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Nội dung</a:t>
            </a:r>
            <a:endParaRPr lang="en-US" dirty="0"/>
          </a:p>
        </p:txBody>
      </p:sp>
      <p:sp>
        <p:nvSpPr>
          <p:cNvPr id="2" name="Slide Number Placeholder 5">
            <a:extLst>
              <a:ext uri="{FF2B5EF4-FFF2-40B4-BE49-F238E27FC236}">
                <a16:creationId xmlns:a16="http://schemas.microsoft.com/office/drawing/2014/main" id="{CEFF8FA1-B5A4-2A75-DF61-6155775A60B6}"/>
              </a:ext>
            </a:extLst>
          </p:cNvPr>
          <p:cNvSpPr txBox="1">
            <a:spLocks/>
          </p:cNvSpPr>
          <p:nvPr userDrawn="1"/>
        </p:nvSpPr>
        <p:spPr>
          <a:xfrm>
            <a:off x="159150" y="645489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mtClean="0">
                <a:latin typeface="K2D" panose="00000500000000000000" pitchFamily="2" charset="-34"/>
              </a:rPr>
              <a:pPr/>
              <a:t>‹#›</a:t>
            </a:fld>
            <a:endParaRPr lang="en-US">
              <a:latin typeface="K2D" panose="00000500000000000000" pitchFamily="2" charset="-34"/>
            </a:endParaRPr>
          </a:p>
        </p:txBody>
      </p:sp>
      <p:sp>
        <p:nvSpPr>
          <p:cNvPr id="3" name="Rectangle 2">
            <a:extLst>
              <a:ext uri="{FF2B5EF4-FFF2-40B4-BE49-F238E27FC236}">
                <a16:creationId xmlns:a16="http://schemas.microsoft.com/office/drawing/2014/main" id="{9028A97E-3A14-7BF0-D186-C53734F25980}"/>
              </a:ext>
            </a:extLst>
          </p:cNvPr>
          <p:cNvSpPr/>
          <p:nvPr userDrawn="1"/>
        </p:nvSpPr>
        <p:spPr>
          <a:xfrm>
            <a:off x="159150" y="6474525"/>
            <a:ext cx="653867" cy="298450"/>
          </a:xfrm>
          <a:prstGeom prst="rect">
            <a:avLst/>
          </a:prstGeom>
          <a:solidFill>
            <a:srgbClr val="1F5C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i="0">
                <a:latin typeface="K2D" panose="00000500000000000000" pitchFamily="2" charset="-34"/>
              </a:rPr>
              <a:t>CTU</a:t>
            </a:r>
          </a:p>
        </p:txBody>
      </p:sp>
      <p:sp>
        <p:nvSpPr>
          <p:cNvPr id="4" name="Rectangle 3">
            <a:extLst>
              <a:ext uri="{FF2B5EF4-FFF2-40B4-BE49-F238E27FC236}">
                <a16:creationId xmlns:a16="http://schemas.microsoft.com/office/drawing/2014/main" id="{B9894450-A56F-CB14-56CE-6BAB4A469F50}"/>
              </a:ext>
            </a:extLst>
          </p:cNvPr>
          <p:cNvSpPr/>
          <p:nvPr userDrawn="1"/>
        </p:nvSpPr>
        <p:spPr>
          <a:xfrm>
            <a:off x="11568430" y="6548263"/>
            <a:ext cx="340536" cy="170378"/>
          </a:xfrm>
          <a:prstGeom prst="rect">
            <a:avLst/>
          </a:prstGeom>
          <a:solidFill>
            <a:srgbClr val="00A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K2D" panose="00000500000000000000" pitchFamily="2" charset="-34"/>
            </a:endParaRPr>
          </a:p>
        </p:txBody>
      </p:sp>
      <p:sp>
        <p:nvSpPr>
          <p:cNvPr id="5" name="Slide Number Placeholder 5">
            <a:extLst>
              <a:ext uri="{FF2B5EF4-FFF2-40B4-BE49-F238E27FC236}">
                <a16:creationId xmlns:a16="http://schemas.microsoft.com/office/drawing/2014/main" id="{6EDC2765-72E6-0900-A64B-07D9394DE1EE}"/>
              </a:ext>
            </a:extLst>
          </p:cNvPr>
          <p:cNvSpPr txBox="1">
            <a:spLocks/>
          </p:cNvSpPr>
          <p:nvPr userDrawn="1"/>
        </p:nvSpPr>
        <p:spPr>
          <a:xfrm>
            <a:off x="11512613" y="6447278"/>
            <a:ext cx="465556"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bg1"/>
                </a:solidFill>
                <a:latin typeface="Barlow" panose="00000500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E7A8FBE-F383-41C2-9A02-D1D86CE96726}" type="slidenum">
              <a:rPr lang="en-US" sz="1000" smtClean="0">
                <a:latin typeface="K2D" panose="00000500000000000000" pitchFamily="2" charset="-34"/>
              </a:rPr>
              <a:pPr/>
              <a:t>‹#›</a:t>
            </a:fld>
            <a:endParaRPr lang="en-US" sz="1050">
              <a:latin typeface="K2D" panose="00000500000000000000" pitchFamily="2" charset="-34"/>
            </a:endParaRPr>
          </a:p>
        </p:txBody>
      </p:sp>
      <p:grpSp>
        <p:nvGrpSpPr>
          <p:cNvPr id="6" name="Group 5">
            <a:extLst>
              <a:ext uri="{FF2B5EF4-FFF2-40B4-BE49-F238E27FC236}">
                <a16:creationId xmlns:a16="http://schemas.microsoft.com/office/drawing/2014/main" id="{5972BBAE-9F84-4D92-5FC5-6BAC2EBBA3A7}"/>
              </a:ext>
            </a:extLst>
          </p:cNvPr>
          <p:cNvGrpSpPr/>
          <p:nvPr userDrawn="1"/>
        </p:nvGrpSpPr>
        <p:grpSpPr>
          <a:xfrm>
            <a:off x="817685" y="6410864"/>
            <a:ext cx="2760487" cy="403790"/>
            <a:chOff x="741485" y="6410864"/>
            <a:chExt cx="2760487" cy="403790"/>
          </a:xfrm>
        </p:grpSpPr>
        <p:sp>
          <p:nvSpPr>
            <p:cNvPr id="7" name="TextBox 6">
              <a:extLst>
                <a:ext uri="{FF2B5EF4-FFF2-40B4-BE49-F238E27FC236}">
                  <a16:creationId xmlns:a16="http://schemas.microsoft.com/office/drawing/2014/main" id="{5DD8EF8C-2CE8-32A2-4893-8A1F462F5979}"/>
                </a:ext>
              </a:extLst>
            </p:cNvPr>
            <p:cNvSpPr txBox="1"/>
            <p:nvPr/>
          </p:nvSpPr>
          <p:spPr>
            <a:xfrm>
              <a:off x="741485" y="6599210"/>
              <a:ext cx="192225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vi-VN" sz="800" b="0" i="0" u="none" strike="noStrike" kern="1200" cap="none" spc="0" normalizeH="0" baseline="0" noProof="0">
                  <a:ln>
                    <a:noFill/>
                  </a:ln>
                  <a:solidFill>
                    <a:srgbClr val="00AFEF"/>
                  </a:solidFill>
                  <a:effectLst/>
                  <a:uLnTx/>
                  <a:uFillTx/>
                  <a:latin typeface="Readex Pro" pitchFamily="2" charset="-78"/>
                  <a:ea typeface="+mn-ea"/>
                  <a:cs typeface="+mn-cs"/>
                </a:rPr>
                <a:t>Cộng đồng – Toàn diện – Ưu việt</a:t>
              </a:r>
              <a:endParaRPr kumimoji="0" lang="en-US" sz="800" b="0" i="0" u="none" strike="noStrike" kern="1200" cap="none" spc="0" normalizeH="0" baseline="0" noProof="0">
                <a:ln>
                  <a:noFill/>
                </a:ln>
                <a:solidFill>
                  <a:srgbClr val="00AFEF"/>
                </a:solidFill>
                <a:effectLst/>
                <a:uLnTx/>
                <a:uFillTx/>
                <a:latin typeface="Readex Pro" pitchFamily="2" charset="-78"/>
                <a:ea typeface="+mn-ea"/>
                <a:cs typeface="+mn-cs"/>
              </a:endParaRPr>
            </a:p>
          </p:txBody>
        </p:sp>
        <p:sp>
          <p:nvSpPr>
            <p:cNvPr id="8" name="TextBox 7">
              <a:extLst>
                <a:ext uri="{FF2B5EF4-FFF2-40B4-BE49-F238E27FC236}">
                  <a16:creationId xmlns:a16="http://schemas.microsoft.com/office/drawing/2014/main" id="{5C64073C-92F4-B219-BB9F-D220B1F1317A}"/>
                </a:ext>
              </a:extLst>
            </p:cNvPr>
            <p:cNvSpPr txBox="1"/>
            <p:nvPr/>
          </p:nvSpPr>
          <p:spPr>
            <a:xfrm>
              <a:off x="741485" y="6410864"/>
              <a:ext cx="2760487" cy="307777"/>
            </a:xfrm>
            <a:prstGeom prst="rect">
              <a:avLst/>
            </a:prstGeom>
            <a:noFill/>
          </p:spPr>
          <p:txBody>
            <a:bodyPr wrap="square" rtlCol="0">
              <a:spAutoFit/>
            </a:bodyPr>
            <a:lstStyle/>
            <a:p>
              <a:r>
                <a:rPr lang="en-US" sz="1400" b="1" baseline="0">
                  <a:solidFill>
                    <a:srgbClr val="1F5CA9"/>
                  </a:solidFill>
                  <a:latin typeface="K2D" panose="00000500000000000000" pitchFamily="2" charset="-34"/>
                </a:rPr>
                <a:t>ĐẠI HỌC CẦN THƠ</a:t>
              </a:r>
              <a:endParaRPr lang="en-US" sz="1400" b="1">
                <a:solidFill>
                  <a:srgbClr val="1F5CA9"/>
                </a:solidFill>
                <a:latin typeface="K2D" panose="00000500000000000000" pitchFamily="2" charset="-34"/>
              </a:endParaRPr>
            </a:p>
          </p:txBody>
        </p:sp>
      </p:grpSp>
      <p:sp>
        <p:nvSpPr>
          <p:cNvPr id="9" name="TextBox 8">
            <a:extLst>
              <a:ext uri="{FF2B5EF4-FFF2-40B4-BE49-F238E27FC236}">
                <a16:creationId xmlns:a16="http://schemas.microsoft.com/office/drawing/2014/main" id="{1CDC2B2F-DD31-C057-140F-8607950C1220}"/>
              </a:ext>
            </a:extLst>
          </p:cNvPr>
          <p:cNvSpPr txBox="1"/>
          <p:nvPr userDrawn="1"/>
        </p:nvSpPr>
        <p:spPr>
          <a:xfrm>
            <a:off x="10032442" y="6467840"/>
            <a:ext cx="1502334" cy="307777"/>
          </a:xfrm>
          <a:prstGeom prst="rect">
            <a:avLst/>
          </a:prstGeom>
          <a:noFill/>
        </p:spPr>
        <p:txBody>
          <a:bodyPr wrap="none" rtlCol="0">
            <a:spAutoFit/>
          </a:bodyPr>
          <a:lstStyle/>
          <a:p>
            <a:r>
              <a:rPr lang="en-US" sz="1400" b="1" i="0">
                <a:solidFill>
                  <a:srgbClr val="00AFEF"/>
                </a:solidFill>
                <a:latin typeface="K2D" panose="00000500000000000000" pitchFamily="2" charset="-34"/>
                <a:cs typeface="Readex Pro" pitchFamily="2" charset="-78"/>
              </a:rPr>
              <a:t>www.ctu.edu.vn</a:t>
            </a:r>
          </a:p>
        </p:txBody>
      </p:sp>
      <p:pic>
        <p:nvPicPr>
          <p:cNvPr id="10" name="Picture 9">
            <a:extLst>
              <a:ext uri="{FF2B5EF4-FFF2-40B4-BE49-F238E27FC236}">
                <a16:creationId xmlns:a16="http://schemas.microsoft.com/office/drawing/2014/main" id="{1FD099AF-ADE0-F209-43E6-00047303FC95}"/>
              </a:ext>
            </a:extLst>
          </p:cNvPr>
          <p:cNvPicPr>
            <a:picLocks noChangeAspect="1"/>
          </p:cNvPicPr>
          <p:nvPr userDrawn="1"/>
        </p:nvPicPr>
        <p:blipFill>
          <a:blip r:embed="rId5"/>
          <a:stretch>
            <a:fillRect/>
          </a:stretch>
        </p:blipFill>
        <p:spPr>
          <a:xfrm>
            <a:off x="2583391" y="6481985"/>
            <a:ext cx="9339545" cy="118261"/>
          </a:xfrm>
          <a:prstGeom prst="rect">
            <a:avLst/>
          </a:prstGeom>
        </p:spPr>
      </p:pic>
      <p:sp>
        <p:nvSpPr>
          <p:cNvPr id="11" name="Date Placeholder 3">
            <a:extLst>
              <a:ext uri="{FF2B5EF4-FFF2-40B4-BE49-F238E27FC236}">
                <a16:creationId xmlns:a16="http://schemas.microsoft.com/office/drawing/2014/main" id="{89D6B138-607A-1698-333D-31B07D850C41}"/>
              </a:ext>
            </a:extLst>
          </p:cNvPr>
          <p:cNvSpPr>
            <a:spLocks noGrp="1"/>
          </p:cNvSpPr>
          <p:nvPr>
            <p:ph type="dt" sz="half" idx="10"/>
          </p:nvPr>
        </p:nvSpPr>
        <p:spPr>
          <a:xfrm>
            <a:off x="1218484" y="6548263"/>
            <a:ext cx="2381966" cy="365125"/>
          </a:xfrm>
        </p:spPr>
        <p:txBody>
          <a:bodyPr/>
          <a:lstStyle>
            <a:lvl1pPr algn="r">
              <a:defRPr b="1">
                <a:latin typeface="K2D" panose="00000500000000000000" pitchFamily="2" charset="-34"/>
              </a:defRPr>
            </a:lvl1pPr>
          </a:lstStyle>
          <a:p>
            <a:fld id="{D86B3AB3-BDCC-41BF-8781-963E853753C3}" type="datetime1">
              <a:rPr lang="en-US" smtClean="0"/>
              <a:pPr/>
              <a:t>29-Nov-25</a:t>
            </a:fld>
            <a:endParaRPr lang="en-US"/>
          </a:p>
        </p:txBody>
      </p:sp>
      <p:sp>
        <p:nvSpPr>
          <p:cNvPr id="12" name="Footer Placeholder 4">
            <a:extLst>
              <a:ext uri="{FF2B5EF4-FFF2-40B4-BE49-F238E27FC236}">
                <a16:creationId xmlns:a16="http://schemas.microsoft.com/office/drawing/2014/main" id="{0EC58AAA-3CCF-ABE2-A4E2-6851325D5CAD}"/>
              </a:ext>
            </a:extLst>
          </p:cNvPr>
          <p:cNvSpPr>
            <a:spLocks noGrp="1"/>
          </p:cNvSpPr>
          <p:nvPr>
            <p:ph type="ftr" sz="quarter" idx="11"/>
          </p:nvPr>
        </p:nvSpPr>
        <p:spPr>
          <a:xfrm>
            <a:off x="4038600" y="6548263"/>
            <a:ext cx="4114800" cy="365125"/>
          </a:xfrm>
        </p:spPr>
        <p:txBody>
          <a:bodyPr/>
          <a:lstStyle>
            <a:lvl1pPr algn="l">
              <a:defRPr b="1">
                <a:latin typeface="K2D" panose="00000500000000000000" pitchFamily="2" charset="-34"/>
              </a:defRPr>
            </a:lvl1pPr>
          </a:lstStyle>
          <a:p>
            <a:endParaRPr lang="en-US"/>
          </a:p>
        </p:txBody>
      </p:sp>
      <p:sp>
        <p:nvSpPr>
          <p:cNvPr id="13" name="Picture Placeholder 1">
            <a:extLst>
              <a:ext uri="{FF2B5EF4-FFF2-40B4-BE49-F238E27FC236}">
                <a16:creationId xmlns:a16="http://schemas.microsoft.com/office/drawing/2014/main" id="{2E6D52DE-4D97-3181-9440-19E31A6CE81C}"/>
              </a:ext>
            </a:extLst>
          </p:cNvPr>
          <p:cNvSpPr>
            <a:spLocks noGrp="1"/>
          </p:cNvSpPr>
          <p:nvPr>
            <p:ph type="pic" sz="quarter" idx="15" hasCustomPrompt="1"/>
          </p:nvPr>
        </p:nvSpPr>
        <p:spPr>
          <a:xfrm>
            <a:off x="8461702" y="1108334"/>
            <a:ext cx="2131430" cy="4626572"/>
          </a:xfrm>
          <a:custGeom>
            <a:avLst/>
            <a:gdLst>
              <a:gd name="connsiteX0" fmla="*/ 0 w 2111887"/>
              <a:gd name="connsiteY0" fmla="*/ 247217 h 4543425"/>
              <a:gd name="connsiteX1" fmla="*/ 247217 w 2111887"/>
              <a:gd name="connsiteY1" fmla="*/ 0 h 4543425"/>
              <a:gd name="connsiteX2" fmla="*/ 1864670 w 2111887"/>
              <a:gd name="connsiteY2" fmla="*/ 0 h 4543425"/>
              <a:gd name="connsiteX3" fmla="*/ 2111887 w 2111887"/>
              <a:gd name="connsiteY3" fmla="*/ 247217 h 4543425"/>
              <a:gd name="connsiteX4" fmla="*/ 2111887 w 2111887"/>
              <a:gd name="connsiteY4" fmla="*/ 4296208 h 4543425"/>
              <a:gd name="connsiteX5" fmla="*/ 1864670 w 2111887"/>
              <a:gd name="connsiteY5" fmla="*/ 4543425 h 4543425"/>
              <a:gd name="connsiteX6" fmla="*/ 247217 w 2111887"/>
              <a:gd name="connsiteY6" fmla="*/ 4543425 h 4543425"/>
              <a:gd name="connsiteX7" fmla="*/ 0 w 2111887"/>
              <a:gd name="connsiteY7" fmla="*/ 4296208 h 4543425"/>
              <a:gd name="connsiteX8" fmla="*/ 0 w 2111887"/>
              <a:gd name="connsiteY8" fmla="*/ 247217 h 4543425"/>
              <a:gd name="connsiteX0" fmla="*/ 0 w 2111887"/>
              <a:gd name="connsiteY0" fmla="*/ 247221 h 4543429"/>
              <a:gd name="connsiteX1" fmla="*/ 247217 w 2111887"/>
              <a:gd name="connsiteY1" fmla="*/ 4 h 4543429"/>
              <a:gd name="connsiteX2" fmla="*/ 1103287 w 2111887"/>
              <a:gd name="connsiteY2" fmla="*/ 100016 h 4543429"/>
              <a:gd name="connsiteX3" fmla="*/ 1864670 w 2111887"/>
              <a:gd name="connsiteY3" fmla="*/ 4 h 4543429"/>
              <a:gd name="connsiteX4" fmla="*/ 2111887 w 2111887"/>
              <a:gd name="connsiteY4" fmla="*/ 247221 h 4543429"/>
              <a:gd name="connsiteX5" fmla="*/ 2111887 w 2111887"/>
              <a:gd name="connsiteY5" fmla="*/ 4296212 h 4543429"/>
              <a:gd name="connsiteX6" fmla="*/ 1864670 w 2111887"/>
              <a:gd name="connsiteY6" fmla="*/ 4543429 h 4543429"/>
              <a:gd name="connsiteX7" fmla="*/ 247217 w 2111887"/>
              <a:gd name="connsiteY7" fmla="*/ 4543429 h 4543429"/>
              <a:gd name="connsiteX8" fmla="*/ 0 w 2111887"/>
              <a:gd name="connsiteY8" fmla="*/ 4296212 h 4543429"/>
              <a:gd name="connsiteX9" fmla="*/ 0 w 2111887"/>
              <a:gd name="connsiteY9" fmla="*/ 247221 h 4543429"/>
              <a:gd name="connsiteX0" fmla="*/ 0 w 2111887"/>
              <a:gd name="connsiteY0" fmla="*/ 264906 h 4561114"/>
              <a:gd name="connsiteX1" fmla="*/ 247217 w 2111887"/>
              <a:gd name="connsiteY1" fmla="*/ 17689 h 4561114"/>
              <a:gd name="connsiteX2" fmla="*/ 665137 w 2111887"/>
              <a:gd name="connsiteY2" fmla="*/ 22451 h 4561114"/>
              <a:gd name="connsiteX3" fmla="*/ 1103287 w 2111887"/>
              <a:gd name="connsiteY3" fmla="*/ 117701 h 4561114"/>
              <a:gd name="connsiteX4" fmla="*/ 1864670 w 2111887"/>
              <a:gd name="connsiteY4" fmla="*/ 17689 h 4561114"/>
              <a:gd name="connsiteX5" fmla="*/ 2111887 w 2111887"/>
              <a:gd name="connsiteY5" fmla="*/ 264906 h 4561114"/>
              <a:gd name="connsiteX6" fmla="*/ 2111887 w 2111887"/>
              <a:gd name="connsiteY6" fmla="*/ 4313897 h 4561114"/>
              <a:gd name="connsiteX7" fmla="*/ 1864670 w 2111887"/>
              <a:gd name="connsiteY7" fmla="*/ 4561114 h 4561114"/>
              <a:gd name="connsiteX8" fmla="*/ 247217 w 2111887"/>
              <a:gd name="connsiteY8" fmla="*/ 4561114 h 4561114"/>
              <a:gd name="connsiteX9" fmla="*/ 0 w 2111887"/>
              <a:gd name="connsiteY9" fmla="*/ 4313897 h 4561114"/>
              <a:gd name="connsiteX10" fmla="*/ 0 w 2111887"/>
              <a:gd name="connsiteY10" fmla="*/ 264906 h 4561114"/>
              <a:gd name="connsiteX0" fmla="*/ 0 w 2111887"/>
              <a:gd name="connsiteY0" fmla="*/ 269676 h 4565884"/>
              <a:gd name="connsiteX1" fmla="*/ 247217 w 2111887"/>
              <a:gd name="connsiteY1" fmla="*/ 22459 h 4565884"/>
              <a:gd name="connsiteX2" fmla="*/ 612749 w 2111887"/>
              <a:gd name="connsiteY2" fmla="*/ 15315 h 4565884"/>
              <a:gd name="connsiteX3" fmla="*/ 1103287 w 2111887"/>
              <a:gd name="connsiteY3" fmla="*/ 122471 h 4565884"/>
              <a:gd name="connsiteX4" fmla="*/ 1864670 w 2111887"/>
              <a:gd name="connsiteY4" fmla="*/ 22459 h 4565884"/>
              <a:gd name="connsiteX5" fmla="*/ 2111887 w 2111887"/>
              <a:gd name="connsiteY5" fmla="*/ 269676 h 4565884"/>
              <a:gd name="connsiteX6" fmla="*/ 2111887 w 2111887"/>
              <a:gd name="connsiteY6" fmla="*/ 4318667 h 4565884"/>
              <a:gd name="connsiteX7" fmla="*/ 1864670 w 2111887"/>
              <a:gd name="connsiteY7" fmla="*/ 4565884 h 4565884"/>
              <a:gd name="connsiteX8" fmla="*/ 247217 w 2111887"/>
              <a:gd name="connsiteY8" fmla="*/ 4565884 h 4565884"/>
              <a:gd name="connsiteX9" fmla="*/ 0 w 2111887"/>
              <a:gd name="connsiteY9" fmla="*/ 4318667 h 4565884"/>
              <a:gd name="connsiteX10" fmla="*/ 0 w 2111887"/>
              <a:gd name="connsiteY10" fmla="*/ 269676 h 4565884"/>
              <a:gd name="connsiteX0" fmla="*/ 0 w 2111887"/>
              <a:gd name="connsiteY0" fmla="*/ 275247 h 4571455"/>
              <a:gd name="connsiteX1" fmla="*/ 247217 w 2111887"/>
              <a:gd name="connsiteY1" fmla="*/ 18505 h 4571455"/>
              <a:gd name="connsiteX2" fmla="*/ 612749 w 2111887"/>
              <a:gd name="connsiteY2" fmla="*/ 20886 h 4571455"/>
              <a:gd name="connsiteX3" fmla="*/ 1103287 w 2111887"/>
              <a:gd name="connsiteY3" fmla="*/ 128042 h 4571455"/>
              <a:gd name="connsiteX4" fmla="*/ 1864670 w 2111887"/>
              <a:gd name="connsiteY4" fmla="*/ 28030 h 4571455"/>
              <a:gd name="connsiteX5" fmla="*/ 2111887 w 2111887"/>
              <a:gd name="connsiteY5" fmla="*/ 275247 h 4571455"/>
              <a:gd name="connsiteX6" fmla="*/ 2111887 w 2111887"/>
              <a:gd name="connsiteY6" fmla="*/ 4324238 h 4571455"/>
              <a:gd name="connsiteX7" fmla="*/ 1864670 w 2111887"/>
              <a:gd name="connsiteY7" fmla="*/ 4571455 h 4571455"/>
              <a:gd name="connsiteX8" fmla="*/ 247217 w 2111887"/>
              <a:gd name="connsiteY8" fmla="*/ 4571455 h 4571455"/>
              <a:gd name="connsiteX9" fmla="*/ 0 w 2111887"/>
              <a:gd name="connsiteY9" fmla="*/ 4324238 h 4571455"/>
              <a:gd name="connsiteX10" fmla="*/ 0 w 2111887"/>
              <a:gd name="connsiteY10" fmla="*/ 275247 h 4571455"/>
              <a:gd name="connsiteX0" fmla="*/ 0 w 2111887"/>
              <a:gd name="connsiteY0" fmla="*/ 268247 h 4564455"/>
              <a:gd name="connsiteX1" fmla="*/ 247217 w 2111887"/>
              <a:gd name="connsiteY1" fmla="*/ 11505 h 4564455"/>
              <a:gd name="connsiteX2" fmla="*/ 612749 w 2111887"/>
              <a:gd name="connsiteY2" fmla="*/ 13886 h 4564455"/>
              <a:gd name="connsiteX3" fmla="*/ 1103287 w 2111887"/>
              <a:gd name="connsiteY3" fmla="*/ 121042 h 4564455"/>
              <a:gd name="connsiteX4" fmla="*/ 1864670 w 2111887"/>
              <a:gd name="connsiteY4" fmla="*/ 21030 h 4564455"/>
              <a:gd name="connsiteX5" fmla="*/ 2111887 w 2111887"/>
              <a:gd name="connsiteY5" fmla="*/ 268247 h 4564455"/>
              <a:gd name="connsiteX6" fmla="*/ 2111887 w 2111887"/>
              <a:gd name="connsiteY6" fmla="*/ 4317238 h 4564455"/>
              <a:gd name="connsiteX7" fmla="*/ 1864670 w 2111887"/>
              <a:gd name="connsiteY7" fmla="*/ 4564455 h 4564455"/>
              <a:gd name="connsiteX8" fmla="*/ 247217 w 2111887"/>
              <a:gd name="connsiteY8" fmla="*/ 4564455 h 4564455"/>
              <a:gd name="connsiteX9" fmla="*/ 0 w 2111887"/>
              <a:gd name="connsiteY9" fmla="*/ 4317238 h 4564455"/>
              <a:gd name="connsiteX10" fmla="*/ 0 w 2111887"/>
              <a:gd name="connsiteY10"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784200 w 2111887"/>
              <a:gd name="connsiteY3" fmla="*/ 59130 h 4564455"/>
              <a:gd name="connsiteX4" fmla="*/ 1103287 w 2111887"/>
              <a:gd name="connsiteY4" fmla="*/ 121042 h 4564455"/>
              <a:gd name="connsiteX5" fmla="*/ 1864670 w 2111887"/>
              <a:gd name="connsiteY5" fmla="*/ 21030 h 4564455"/>
              <a:gd name="connsiteX6" fmla="*/ 2111887 w 2111887"/>
              <a:gd name="connsiteY6" fmla="*/ 268247 h 4564455"/>
              <a:gd name="connsiteX7" fmla="*/ 2111887 w 2111887"/>
              <a:gd name="connsiteY7" fmla="*/ 4317238 h 4564455"/>
              <a:gd name="connsiteX8" fmla="*/ 1864670 w 2111887"/>
              <a:gd name="connsiteY8" fmla="*/ 4564455 h 4564455"/>
              <a:gd name="connsiteX9" fmla="*/ 247217 w 2111887"/>
              <a:gd name="connsiteY9" fmla="*/ 4564455 h 4564455"/>
              <a:gd name="connsiteX10" fmla="*/ 0 w 2111887"/>
              <a:gd name="connsiteY10" fmla="*/ 4317238 h 4564455"/>
              <a:gd name="connsiteX11" fmla="*/ 0 w 2111887"/>
              <a:gd name="connsiteY11"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864670 w 2111887"/>
              <a:gd name="connsiteY5" fmla="*/ 21030 h 4564455"/>
              <a:gd name="connsiteX6" fmla="*/ 2111887 w 2111887"/>
              <a:gd name="connsiteY6" fmla="*/ 268247 h 4564455"/>
              <a:gd name="connsiteX7" fmla="*/ 2111887 w 2111887"/>
              <a:gd name="connsiteY7" fmla="*/ 4317238 h 4564455"/>
              <a:gd name="connsiteX8" fmla="*/ 1864670 w 2111887"/>
              <a:gd name="connsiteY8" fmla="*/ 4564455 h 4564455"/>
              <a:gd name="connsiteX9" fmla="*/ 247217 w 2111887"/>
              <a:gd name="connsiteY9" fmla="*/ 4564455 h 4564455"/>
              <a:gd name="connsiteX10" fmla="*/ 0 w 2111887"/>
              <a:gd name="connsiteY10" fmla="*/ 4317238 h 4564455"/>
              <a:gd name="connsiteX11" fmla="*/ 0 w 2111887"/>
              <a:gd name="connsiteY11"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453331 w 2111887"/>
              <a:gd name="connsiteY5" fmla="*/ 123424 h 4564455"/>
              <a:gd name="connsiteX6" fmla="*/ 1864670 w 2111887"/>
              <a:gd name="connsiteY6" fmla="*/ 21030 h 4564455"/>
              <a:gd name="connsiteX7" fmla="*/ 2111887 w 2111887"/>
              <a:gd name="connsiteY7" fmla="*/ 268247 h 4564455"/>
              <a:gd name="connsiteX8" fmla="*/ 2111887 w 2111887"/>
              <a:gd name="connsiteY8" fmla="*/ 4317238 h 4564455"/>
              <a:gd name="connsiteX9" fmla="*/ 1864670 w 2111887"/>
              <a:gd name="connsiteY9" fmla="*/ 4564455 h 4564455"/>
              <a:gd name="connsiteX10" fmla="*/ 247217 w 2111887"/>
              <a:gd name="connsiteY10" fmla="*/ 4564455 h 4564455"/>
              <a:gd name="connsiteX11" fmla="*/ 0 w 2111887"/>
              <a:gd name="connsiteY11" fmla="*/ 4317238 h 4564455"/>
              <a:gd name="connsiteX12" fmla="*/ 0 w 2111887"/>
              <a:gd name="connsiteY12"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453331 w 2111887"/>
              <a:gd name="connsiteY5" fmla="*/ 123424 h 4564455"/>
              <a:gd name="connsiteX6" fmla="*/ 1600969 w 2111887"/>
              <a:gd name="connsiteY6" fmla="*/ 73418 h 4564455"/>
              <a:gd name="connsiteX7" fmla="*/ 1864670 w 2111887"/>
              <a:gd name="connsiteY7" fmla="*/ 21030 h 4564455"/>
              <a:gd name="connsiteX8" fmla="*/ 2111887 w 2111887"/>
              <a:gd name="connsiteY8" fmla="*/ 268247 h 4564455"/>
              <a:gd name="connsiteX9" fmla="*/ 2111887 w 2111887"/>
              <a:gd name="connsiteY9" fmla="*/ 4317238 h 4564455"/>
              <a:gd name="connsiteX10" fmla="*/ 1864670 w 2111887"/>
              <a:gd name="connsiteY10" fmla="*/ 4564455 h 4564455"/>
              <a:gd name="connsiteX11" fmla="*/ 247217 w 2111887"/>
              <a:gd name="connsiteY11" fmla="*/ 4564455 h 4564455"/>
              <a:gd name="connsiteX12" fmla="*/ 0 w 2111887"/>
              <a:gd name="connsiteY12" fmla="*/ 4317238 h 4564455"/>
              <a:gd name="connsiteX13" fmla="*/ 0 w 2111887"/>
              <a:gd name="connsiteY13" fmla="*/ 268247 h 4564455"/>
              <a:gd name="connsiteX0" fmla="*/ 0 w 2111887"/>
              <a:gd name="connsiteY0" fmla="*/ 271881 h 4568089"/>
              <a:gd name="connsiteX1" fmla="*/ 247217 w 2111887"/>
              <a:gd name="connsiteY1" fmla="*/ 15139 h 4568089"/>
              <a:gd name="connsiteX2" fmla="*/ 612749 w 2111887"/>
              <a:gd name="connsiteY2" fmla="*/ 17520 h 4568089"/>
              <a:gd name="connsiteX3" fmla="*/ 691331 w 2111887"/>
              <a:gd name="connsiteY3" fmla="*/ 105626 h 4568089"/>
              <a:gd name="connsiteX4" fmla="*/ 1103287 w 2111887"/>
              <a:gd name="connsiteY4" fmla="*/ 124676 h 4568089"/>
              <a:gd name="connsiteX5" fmla="*/ 1453331 w 2111887"/>
              <a:gd name="connsiteY5" fmla="*/ 127058 h 4568089"/>
              <a:gd name="connsiteX6" fmla="*/ 1520006 w 2111887"/>
              <a:gd name="connsiteY6" fmla="*/ 12758 h 4568089"/>
              <a:gd name="connsiteX7" fmla="*/ 1864670 w 2111887"/>
              <a:gd name="connsiteY7" fmla="*/ 24664 h 4568089"/>
              <a:gd name="connsiteX8" fmla="*/ 2111887 w 2111887"/>
              <a:gd name="connsiteY8" fmla="*/ 271881 h 4568089"/>
              <a:gd name="connsiteX9" fmla="*/ 2111887 w 2111887"/>
              <a:gd name="connsiteY9" fmla="*/ 4320872 h 4568089"/>
              <a:gd name="connsiteX10" fmla="*/ 1864670 w 2111887"/>
              <a:gd name="connsiteY10" fmla="*/ 4568089 h 4568089"/>
              <a:gd name="connsiteX11" fmla="*/ 247217 w 2111887"/>
              <a:gd name="connsiteY11" fmla="*/ 4568089 h 4568089"/>
              <a:gd name="connsiteX12" fmla="*/ 0 w 2111887"/>
              <a:gd name="connsiteY12" fmla="*/ 4320872 h 4568089"/>
              <a:gd name="connsiteX13" fmla="*/ 0 w 2111887"/>
              <a:gd name="connsiteY13" fmla="*/ 271881 h 4568089"/>
              <a:gd name="connsiteX0" fmla="*/ 0 w 2111887"/>
              <a:gd name="connsiteY0" fmla="*/ 272962 h 4569170"/>
              <a:gd name="connsiteX1" fmla="*/ 247217 w 2111887"/>
              <a:gd name="connsiteY1" fmla="*/ 16220 h 4569170"/>
              <a:gd name="connsiteX2" fmla="*/ 612749 w 2111887"/>
              <a:gd name="connsiteY2" fmla="*/ 18601 h 4569170"/>
              <a:gd name="connsiteX3" fmla="*/ 691331 w 2111887"/>
              <a:gd name="connsiteY3" fmla="*/ 106707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612749 w 2111887"/>
              <a:gd name="connsiteY2" fmla="*/ 18601 h 4569170"/>
              <a:gd name="connsiteX3" fmla="*/ 693712 w 2111887"/>
              <a:gd name="connsiteY3" fmla="*/ 118613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103287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055662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055662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3465 h 4569673"/>
              <a:gd name="connsiteX1" fmla="*/ 247217 w 2111887"/>
              <a:gd name="connsiteY1" fmla="*/ 16723 h 4569673"/>
              <a:gd name="connsiteX2" fmla="*/ 579412 w 2111887"/>
              <a:gd name="connsiteY2" fmla="*/ 9580 h 4569673"/>
              <a:gd name="connsiteX3" fmla="*/ 693712 w 2111887"/>
              <a:gd name="connsiteY3" fmla="*/ 119116 h 4569673"/>
              <a:gd name="connsiteX4" fmla="*/ 1055662 w 2111887"/>
              <a:gd name="connsiteY4" fmla="*/ 126260 h 4569673"/>
              <a:gd name="connsiteX5" fmla="*/ 1453331 w 2111887"/>
              <a:gd name="connsiteY5" fmla="*/ 121498 h 4569673"/>
              <a:gd name="connsiteX6" fmla="*/ 1520006 w 2111887"/>
              <a:gd name="connsiteY6" fmla="*/ 14342 h 4569673"/>
              <a:gd name="connsiteX7" fmla="*/ 1888482 w 2111887"/>
              <a:gd name="connsiteY7" fmla="*/ 23867 h 4569673"/>
              <a:gd name="connsiteX8" fmla="*/ 2111887 w 2111887"/>
              <a:gd name="connsiteY8" fmla="*/ 273465 h 4569673"/>
              <a:gd name="connsiteX9" fmla="*/ 2111887 w 2111887"/>
              <a:gd name="connsiteY9" fmla="*/ 4322456 h 4569673"/>
              <a:gd name="connsiteX10" fmla="*/ 1864670 w 2111887"/>
              <a:gd name="connsiteY10" fmla="*/ 4569673 h 4569673"/>
              <a:gd name="connsiteX11" fmla="*/ 247217 w 2111887"/>
              <a:gd name="connsiteY11" fmla="*/ 4569673 h 4569673"/>
              <a:gd name="connsiteX12" fmla="*/ 0 w 2111887"/>
              <a:gd name="connsiteY12" fmla="*/ 4322456 h 4569673"/>
              <a:gd name="connsiteX13" fmla="*/ 0 w 2111887"/>
              <a:gd name="connsiteY13" fmla="*/ 273465 h 4569673"/>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8474 w 2111887"/>
              <a:gd name="connsiteY3" fmla="*/ 122393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8474 w 2111887"/>
              <a:gd name="connsiteY3" fmla="*/ 122393 h 4570568"/>
              <a:gd name="connsiteX4" fmla="*/ 1055662 w 2111887"/>
              <a:gd name="connsiteY4" fmla="*/ 127155 h 4570568"/>
              <a:gd name="connsiteX5" fmla="*/ 1427138 w 2111887"/>
              <a:gd name="connsiteY5" fmla="*/ 124774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5652 h 4571860"/>
              <a:gd name="connsiteX1" fmla="*/ 235311 w 2111887"/>
              <a:gd name="connsiteY1" fmla="*/ 16529 h 4571860"/>
              <a:gd name="connsiteX2" fmla="*/ 579412 w 2111887"/>
              <a:gd name="connsiteY2" fmla="*/ 11767 h 4571860"/>
              <a:gd name="connsiteX3" fmla="*/ 698474 w 2111887"/>
              <a:gd name="connsiteY3" fmla="*/ 123685 h 4571860"/>
              <a:gd name="connsiteX4" fmla="*/ 1055662 w 2111887"/>
              <a:gd name="connsiteY4" fmla="*/ 128447 h 4571860"/>
              <a:gd name="connsiteX5" fmla="*/ 1427138 w 2111887"/>
              <a:gd name="connsiteY5" fmla="*/ 126066 h 4571860"/>
              <a:gd name="connsiteX6" fmla="*/ 1520006 w 2111887"/>
              <a:gd name="connsiteY6" fmla="*/ 11766 h 4571860"/>
              <a:gd name="connsiteX7" fmla="*/ 1888482 w 2111887"/>
              <a:gd name="connsiteY7" fmla="*/ 26054 h 4571860"/>
              <a:gd name="connsiteX8" fmla="*/ 2111887 w 2111887"/>
              <a:gd name="connsiteY8" fmla="*/ 275652 h 4571860"/>
              <a:gd name="connsiteX9" fmla="*/ 2111887 w 2111887"/>
              <a:gd name="connsiteY9" fmla="*/ 4324643 h 4571860"/>
              <a:gd name="connsiteX10" fmla="*/ 1864670 w 2111887"/>
              <a:gd name="connsiteY10" fmla="*/ 4571860 h 4571860"/>
              <a:gd name="connsiteX11" fmla="*/ 247217 w 2111887"/>
              <a:gd name="connsiteY11" fmla="*/ 4571860 h 4571860"/>
              <a:gd name="connsiteX12" fmla="*/ 0 w 2111887"/>
              <a:gd name="connsiteY12" fmla="*/ 4324643 h 4571860"/>
              <a:gd name="connsiteX13" fmla="*/ 0 w 2111887"/>
              <a:gd name="connsiteY13" fmla="*/ 275652 h 4571860"/>
              <a:gd name="connsiteX0" fmla="*/ 0 w 2111887"/>
              <a:gd name="connsiteY0" fmla="*/ 277724 h 4573932"/>
              <a:gd name="connsiteX1" fmla="*/ 235311 w 2111887"/>
              <a:gd name="connsiteY1" fmla="*/ 18601 h 4573932"/>
              <a:gd name="connsiteX2" fmla="*/ 579412 w 2111887"/>
              <a:gd name="connsiteY2" fmla="*/ 13839 h 4573932"/>
              <a:gd name="connsiteX3" fmla="*/ 698474 w 2111887"/>
              <a:gd name="connsiteY3" fmla="*/ 125757 h 4573932"/>
              <a:gd name="connsiteX4" fmla="*/ 1055662 w 2111887"/>
              <a:gd name="connsiteY4" fmla="*/ 130519 h 4573932"/>
              <a:gd name="connsiteX5" fmla="*/ 1427138 w 2111887"/>
              <a:gd name="connsiteY5" fmla="*/ 128138 h 4573932"/>
              <a:gd name="connsiteX6" fmla="*/ 1520006 w 2111887"/>
              <a:gd name="connsiteY6" fmla="*/ 13838 h 4573932"/>
              <a:gd name="connsiteX7" fmla="*/ 1895626 w 2111887"/>
              <a:gd name="connsiteY7" fmla="*/ 23364 h 4573932"/>
              <a:gd name="connsiteX8" fmla="*/ 2111887 w 2111887"/>
              <a:gd name="connsiteY8" fmla="*/ 277724 h 4573932"/>
              <a:gd name="connsiteX9" fmla="*/ 2111887 w 2111887"/>
              <a:gd name="connsiteY9" fmla="*/ 4326715 h 4573932"/>
              <a:gd name="connsiteX10" fmla="*/ 1864670 w 2111887"/>
              <a:gd name="connsiteY10" fmla="*/ 4573932 h 4573932"/>
              <a:gd name="connsiteX11" fmla="*/ 247217 w 2111887"/>
              <a:gd name="connsiteY11" fmla="*/ 4573932 h 4573932"/>
              <a:gd name="connsiteX12" fmla="*/ 0 w 2111887"/>
              <a:gd name="connsiteY12" fmla="*/ 4326715 h 4573932"/>
              <a:gd name="connsiteX13" fmla="*/ 0 w 2111887"/>
              <a:gd name="connsiteY13" fmla="*/ 277724 h 4573932"/>
              <a:gd name="connsiteX0" fmla="*/ 0 w 2111887"/>
              <a:gd name="connsiteY0" fmla="*/ 277724 h 4573932"/>
              <a:gd name="connsiteX1" fmla="*/ 235311 w 2111887"/>
              <a:gd name="connsiteY1" fmla="*/ 18601 h 4573932"/>
              <a:gd name="connsiteX2" fmla="*/ 579412 w 2111887"/>
              <a:gd name="connsiteY2" fmla="*/ 13839 h 4573932"/>
              <a:gd name="connsiteX3" fmla="*/ 762768 w 2111887"/>
              <a:gd name="connsiteY3" fmla="*/ 28126 h 4573932"/>
              <a:gd name="connsiteX4" fmla="*/ 1055662 w 2111887"/>
              <a:gd name="connsiteY4" fmla="*/ 130519 h 4573932"/>
              <a:gd name="connsiteX5" fmla="*/ 1427138 w 2111887"/>
              <a:gd name="connsiteY5" fmla="*/ 128138 h 4573932"/>
              <a:gd name="connsiteX6" fmla="*/ 1520006 w 2111887"/>
              <a:gd name="connsiteY6" fmla="*/ 13838 h 4573932"/>
              <a:gd name="connsiteX7" fmla="*/ 1895626 w 2111887"/>
              <a:gd name="connsiteY7" fmla="*/ 23364 h 4573932"/>
              <a:gd name="connsiteX8" fmla="*/ 2111887 w 2111887"/>
              <a:gd name="connsiteY8" fmla="*/ 277724 h 4573932"/>
              <a:gd name="connsiteX9" fmla="*/ 2111887 w 2111887"/>
              <a:gd name="connsiteY9" fmla="*/ 4326715 h 4573932"/>
              <a:gd name="connsiteX10" fmla="*/ 1864670 w 2111887"/>
              <a:gd name="connsiteY10" fmla="*/ 4573932 h 4573932"/>
              <a:gd name="connsiteX11" fmla="*/ 247217 w 2111887"/>
              <a:gd name="connsiteY11" fmla="*/ 4573932 h 4573932"/>
              <a:gd name="connsiteX12" fmla="*/ 0 w 2111887"/>
              <a:gd name="connsiteY12" fmla="*/ 4326715 h 4573932"/>
              <a:gd name="connsiteX13" fmla="*/ 0 w 2111887"/>
              <a:gd name="connsiteY13" fmla="*/ 277724 h 4573932"/>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055662 w 2111887"/>
              <a:gd name="connsiteY4" fmla="*/ 124792 h 4568205"/>
              <a:gd name="connsiteX5" fmla="*/ 1272357 w 2111887"/>
              <a:gd name="connsiteY5" fmla="*/ 22398 h 4568205"/>
              <a:gd name="connsiteX6" fmla="*/ 1520006 w 2111887"/>
              <a:gd name="connsiteY6" fmla="*/ 8111 h 4568205"/>
              <a:gd name="connsiteX7" fmla="*/ 1895626 w 2111887"/>
              <a:gd name="connsiteY7" fmla="*/ 17637 h 4568205"/>
              <a:gd name="connsiteX8" fmla="*/ 2111887 w 2111887"/>
              <a:gd name="connsiteY8" fmla="*/ 271997 h 4568205"/>
              <a:gd name="connsiteX9" fmla="*/ 2111887 w 2111887"/>
              <a:gd name="connsiteY9" fmla="*/ 4320988 h 4568205"/>
              <a:gd name="connsiteX10" fmla="*/ 1864670 w 2111887"/>
              <a:gd name="connsiteY10" fmla="*/ 4568205 h 4568205"/>
              <a:gd name="connsiteX11" fmla="*/ 247217 w 2111887"/>
              <a:gd name="connsiteY11" fmla="*/ 4568205 h 4568205"/>
              <a:gd name="connsiteX12" fmla="*/ 0 w 2111887"/>
              <a:gd name="connsiteY12" fmla="*/ 4320988 h 4568205"/>
              <a:gd name="connsiteX13" fmla="*/ 0 w 2111887"/>
              <a:gd name="connsiteY13" fmla="*/ 271997 h 4568205"/>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046137 w 2111887"/>
              <a:gd name="connsiteY4" fmla="*/ 15255 h 4568205"/>
              <a:gd name="connsiteX5" fmla="*/ 1272357 w 2111887"/>
              <a:gd name="connsiteY5" fmla="*/ 22398 h 4568205"/>
              <a:gd name="connsiteX6" fmla="*/ 1520006 w 2111887"/>
              <a:gd name="connsiteY6" fmla="*/ 8111 h 4568205"/>
              <a:gd name="connsiteX7" fmla="*/ 1895626 w 2111887"/>
              <a:gd name="connsiteY7" fmla="*/ 17637 h 4568205"/>
              <a:gd name="connsiteX8" fmla="*/ 2111887 w 2111887"/>
              <a:gd name="connsiteY8" fmla="*/ 271997 h 4568205"/>
              <a:gd name="connsiteX9" fmla="*/ 2111887 w 2111887"/>
              <a:gd name="connsiteY9" fmla="*/ 4320988 h 4568205"/>
              <a:gd name="connsiteX10" fmla="*/ 1864670 w 2111887"/>
              <a:gd name="connsiteY10" fmla="*/ 4568205 h 4568205"/>
              <a:gd name="connsiteX11" fmla="*/ 247217 w 2111887"/>
              <a:gd name="connsiteY11" fmla="*/ 4568205 h 4568205"/>
              <a:gd name="connsiteX12" fmla="*/ 0 w 2111887"/>
              <a:gd name="connsiteY12" fmla="*/ 4320988 h 4568205"/>
              <a:gd name="connsiteX13" fmla="*/ 0 w 2111887"/>
              <a:gd name="connsiteY13" fmla="*/ 271997 h 4568205"/>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272357 w 2111887"/>
              <a:gd name="connsiteY4" fmla="*/ 22398 h 4568205"/>
              <a:gd name="connsiteX5" fmla="*/ 1520006 w 2111887"/>
              <a:gd name="connsiteY5" fmla="*/ 8111 h 4568205"/>
              <a:gd name="connsiteX6" fmla="*/ 1895626 w 2111887"/>
              <a:gd name="connsiteY6" fmla="*/ 17637 h 4568205"/>
              <a:gd name="connsiteX7" fmla="*/ 2111887 w 2111887"/>
              <a:gd name="connsiteY7" fmla="*/ 271997 h 4568205"/>
              <a:gd name="connsiteX8" fmla="*/ 2111887 w 2111887"/>
              <a:gd name="connsiteY8" fmla="*/ 4320988 h 4568205"/>
              <a:gd name="connsiteX9" fmla="*/ 1864670 w 2111887"/>
              <a:gd name="connsiteY9" fmla="*/ 4568205 h 4568205"/>
              <a:gd name="connsiteX10" fmla="*/ 247217 w 2111887"/>
              <a:gd name="connsiteY10" fmla="*/ 4568205 h 4568205"/>
              <a:gd name="connsiteX11" fmla="*/ 0 w 2111887"/>
              <a:gd name="connsiteY11" fmla="*/ 4320988 h 4568205"/>
              <a:gd name="connsiteX12" fmla="*/ 0 w 2111887"/>
              <a:gd name="connsiteY12" fmla="*/ 271997 h 4568205"/>
              <a:gd name="connsiteX0" fmla="*/ 0 w 2111887"/>
              <a:gd name="connsiteY0" fmla="*/ 275715 h 4571923"/>
              <a:gd name="connsiteX1" fmla="*/ 235311 w 2111887"/>
              <a:gd name="connsiteY1" fmla="*/ 16592 h 4571923"/>
              <a:gd name="connsiteX2" fmla="*/ 762768 w 2111887"/>
              <a:gd name="connsiteY2" fmla="*/ 26117 h 4571923"/>
              <a:gd name="connsiteX3" fmla="*/ 1272357 w 2111887"/>
              <a:gd name="connsiteY3" fmla="*/ 26116 h 4571923"/>
              <a:gd name="connsiteX4" fmla="*/ 1520006 w 2111887"/>
              <a:gd name="connsiteY4" fmla="*/ 11829 h 4571923"/>
              <a:gd name="connsiteX5" fmla="*/ 1895626 w 2111887"/>
              <a:gd name="connsiteY5" fmla="*/ 21355 h 4571923"/>
              <a:gd name="connsiteX6" fmla="*/ 2111887 w 2111887"/>
              <a:gd name="connsiteY6" fmla="*/ 275715 h 4571923"/>
              <a:gd name="connsiteX7" fmla="*/ 2111887 w 2111887"/>
              <a:gd name="connsiteY7" fmla="*/ 4324706 h 4571923"/>
              <a:gd name="connsiteX8" fmla="*/ 1864670 w 2111887"/>
              <a:gd name="connsiteY8" fmla="*/ 4571923 h 4571923"/>
              <a:gd name="connsiteX9" fmla="*/ 247217 w 2111887"/>
              <a:gd name="connsiteY9" fmla="*/ 4571923 h 4571923"/>
              <a:gd name="connsiteX10" fmla="*/ 0 w 2111887"/>
              <a:gd name="connsiteY10" fmla="*/ 4324706 h 4571923"/>
              <a:gd name="connsiteX11" fmla="*/ 0 w 2111887"/>
              <a:gd name="connsiteY11" fmla="*/ 275715 h 4571923"/>
              <a:gd name="connsiteX0" fmla="*/ 0 w 2111887"/>
              <a:gd name="connsiteY0" fmla="*/ 275289 h 4571497"/>
              <a:gd name="connsiteX1" fmla="*/ 235311 w 2111887"/>
              <a:gd name="connsiteY1" fmla="*/ 16166 h 4571497"/>
              <a:gd name="connsiteX2" fmla="*/ 1272357 w 2111887"/>
              <a:gd name="connsiteY2" fmla="*/ 25690 h 4571497"/>
              <a:gd name="connsiteX3" fmla="*/ 1520006 w 2111887"/>
              <a:gd name="connsiteY3" fmla="*/ 11403 h 4571497"/>
              <a:gd name="connsiteX4" fmla="*/ 1895626 w 2111887"/>
              <a:gd name="connsiteY4" fmla="*/ 20929 h 4571497"/>
              <a:gd name="connsiteX5" fmla="*/ 2111887 w 2111887"/>
              <a:gd name="connsiteY5" fmla="*/ 275289 h 4571497"/>
              <a:gd name="connsiteX6" fmla="*/ 2111887 w 2111887"/>
              <a:gd name="connsiteY6" fmla="*/ 4324280 h 4571497"/>
              <a:gd name="connsiteX7" fmla="*/ 1864670 w 2111887"/>
              <a:gd name="connsiteY7" fmla="*/ 4571497 h 4571497"/>
              <a:gd name="connsiteX8" fmla="*/ 247217 w 2111887"/>
              <a:gd name="connsiteY8" fmla="*/ 4571497 h 4571497"/>
              <a:gd name="connsiteX9" fmla="*/ 0 w 2111887"/>
              <a:gd name="connsiteY9" fmla="*/ 4324280 h 4571497"/>
              <a:gd name="connsiteX10" fmla="*/ 0 w 2111887"/>
              <a:gd name="connsiteY10" fmla="*/ 275289 h 4571497"/>
              <a:gd name="connsiteX0" fmla="*/ 0 w 2111887"/>
              <a:gd name="connsiteY0" fmla="*/ 280184 h 4576392"/>
              <a:gd name="connsiteX1" fmla="*/ 235311 w 2111887"/>
              <a:gd name="connsiteY1" fmla="*/ 21061 h 4576392"/>
              <a:gd name="connsiteX2" fmla="*/ 1520006 w 2111887"/>
              <a:gd name="connsiteY2" fmla="*/ 16298 h 4576392"/>
              <a:gd name="connsiteX3" fmla="*/ 1895626 w 2111887"/>
              <a:gd name="connsiteY3" fmla="*/ 25824 h 4576392"/>
              <a:gd name="connsiteX4" fmla="*/ 2111887 w 2111887"/>
              <a:gd name="connsiteY4" fmla="*/ 280184 h 4576392"/>
              <a:gd name="connsiteX5" fmla="*/ 2111887 w 2111887"/>
              <a:gd name="connsiteY5" fmla="*/ 4329175 h 4576392"/>
              <a:gd name="connsiteX6" fmla="*/ 1864670 w 2111887"/>
              <a:gd name="connsiteY6" fmla="*/ 4576392 h 4576392"/>
              <a:gd name="connsiteX7" fmla="*/ 247217 w 2111887"/>
              <a:gd name="connsiteY7" fmla="*/ 4576392 h 4576392"/>
              <a:gd name="connsiteX8" fmla="*/ 0 w 2111887"/>
              <a:gd name="connsiteY8" fmla="*/ 4329175 h 4576392"/>
              <a:gd name="connsiteX9" fmla="*/ 0 w 2111887"/>
              <a:gd name="connsiteY9" fmla="*/ 280184 h 4576392"/>
              <a:gd name="connsiteX0" fmla="*/ 0 w 2111887"/>
              <a:gd name="connsiteY0" fmla="*/ 288917 h 4585125"/>
              <a:gd name="connsiteX1" fmla="*/ 235311 w 2111887"/>
              <a:gd name="connsiteY1" fmla="*/ 29794 h 4585125"/>
              <a:gd name="connsiteX2" fmla="*/ 1895626 w 2111887"/>
              <a:gd name="connsiteY2" fmla="*/ 34557 h 4585125"/>
              <a:gd name="connsiteX3" fmla="*/ 2111887 w 2111887"/>
              <a:gd name="connsiteY3" fmla="*/ 288917 h 4585125"/>
              <a:gd name="connsiteX4" fmla="*/ 2111887 w 2111887"/>
              <a:gd name="connsiteY4" fmla="*/ 4337908 h 4585125"/>
              <a:gd name="connsiteX5" fmla="*/ 1864670 w 2111887"/>
              <a:gd name="connsiteY5" fmla="*/ 4585125 h 4585125"/>
              <a:gd name="connsiteX6" fmla="*/ 247217 w 2111887"/>
              <a:gd name="connsiteY6" fmla="*/ 4585125 h 4585125"/>
              <a:gd name="connsiteX7" fmla="*/ 0 w 2111887"/>
              <a:gd name="connsiteY7" fmla="*/ 4337908 h 4585125"/>
              <a:gd name="connsiteX8" fmla="*/ 0 w 2111887"/>
              <a:gd name="connsiteY8" fmla="*/ 288917 h 4585125"/>
              <a:gd name="connsiteX0" fmla="*/ 0 w 2111887"/>
              <a:gd name="connsiteY0" fmla="*/ 316063 h 4612271"/>
              <a:gd name="connsiteX1" fmla="*/ 235311 w 2111887"/>
              <a:gd name="connsiteY1" fmla="*/ 56940 h 4612271"/>
              <a:gd name="connsiteX2" fmla="*/ 1888483 w 2111887"/>
              <a:gd name="connsiteY2" fmla="*/ 18841 h 4612271"/>
              <a:gd name="connsiteX3" fmla="*/ 2111887 w 2111887"/>
              <a:gd name="connsiteY3" fmla="*/ 316063 h 4612271"/>
              <a:gd name="connsiteX4" fmla="*/ 2111887 w 2111887"/>
              <a:gd name="connsiteY4" fmla="*/ 4365054 h 4612271"/>
              <a:gd name="connsiteX5" fmla="*/ 1864670 w 2111887"/>
              <a:gd name="connsiteY5" fmla="*/ 4612271 h 4612271"/>
              <a:gd name="connsiteX6" fmla="*/ 247217 w 2111887"/>
              <a:gd name="connsiteY6" fmla="*/ 4612271 h 4612271"/>
              <a:gd name="connsiteX7" fmla="*/ 0 w 2111887"/>
              <a:gd name="connsiteY7" fmla="*/ 4365054 h 4612271"/>
              <a:gd name="connsiteX8" fmla="*/ 0 w 2111887"/>
              <a:gd name="connsiteY8" fmla="*/ 316063 h 4612271"/>
              <a:gd name="connsiteX0" fmla="*/ 0 w 2111887"/>
              <a:gd name="connsiteY0" fmla="*/ 327050 h 4623258"/>
              <a:gd name="connsiteX1" fmla="*/ 223404 w 2111887"/>
              <a:gd name="connsiteY1" fmla="*/ 34589 h 4623258"/>
              <a:gd name="connsiteX2" fmla="*/ 1888483 w 2111887"/>
              <a:gd name="connsiteY2" fmla="*/ 29828 h 4623258"/>
              <a:gd name="connsiteX3" fmla="*/ 2111887 w 2111887"/>
              <a:gd name="connsiteY3" fmla="*/ 327050 h 4623258"/>
              <a:gd name="connsiteX4" fmla="*/ 2111887 w 2111887"/>
              <a:gd name="connsiteY4" fmla="*/ 4376041 h 4623258"/>
              <a:gd name="connsiteX5" fmla="*/ 1864670 w 2111887"/>
              <a:gd name="connsiteY5" fmla="*/ 4623258 h 4623258"/>
              <a:gd name="connsiteX6" fmla="*/ 247217 w 2111887"/>
              <a:gd name="connsiteY6" fmla="*/ 4623258 h 4623258"/>
              <a:gd name="connsiteX7" fmla="*/ 0 w 2111887"/>
              <a:gd name="connsiteY7" fmla="*/ 4376041 h 4623258"/>
              <a:gd name="connsiteX8" fmla="*/ 0 w 2111887"/>
              <a:gd name="connsiteY8" fmla="*/ 327050 h 4623258"/>
              <a:gd name="connsiteX0" fmla="*/ 0 w 2111887"/>
              <a:gd name="connsiteY0" fmla="*/ 318359 h 4614567"/>
              <a:gd name="connsiteX1" fmla="*/ 223404 w 2111887"/>
              <a:gd name="connsiteY1" fmla="*/ 25898 h 4614567"/>
              <a:gd name="connsiteX2" fmla="*/ 1888483 w 2111887"/>
              <a:gd name="connsiteY2" fmla="*/ 21137 h 4614567"/>
              <a:gd name="connsiteX3" fmla="*/ 2111887 w 2111887"/>
              <a:gd name="connsiteY3" fmla="*/ 318359 h 4614567"/>
              <a:gd name="connsiteX4" fmla="*/ 2111887 w 2111887"/>
              <a:gd name="connsiteY4" fmla="*/ 4367350 h 4614567"/>
              <a:gd name="connsiteX5" fmla="*/ 1864670 w 2111887"/>
              <a:gd name="connsiteY5" fmla="*/ 4614567 h 4614567"/>
              <a:gd name="connsiteX6" fmla="*/ 247217 w 2111887"/>
              <a:gd name="connsiteY6" fmla="*/ 4614567 h 4614567"/>
              <a:gd name="connsiteX7" fmla="*/ 0 w 2111887"/>
              <a:gd name="connsiteY7" fmla="*/ 4367350 h 4614567"/>
              <a:gd name="connsiteX8" fmla="*/ 0 w 2111887"/>
              <a:gd name="connsiteY8" fmla="*/ 318359 h 4614567"/>
              <a:gd name="connsiteX0" fmla="*/ 0 w 2111887"/>
              <a:gd name="connsiteY0" fmla="*/ 308933 h 4605141"/>
              <a:gd name="connsiteX1" fmla="*/ 223404 w 2111887"/>
              <a:gd name="connsiteY1" fmla="*/ 16472 h 4605141"/>
              <a:gd name="connsiteX2" fmla="*/ 1888483 w 2111887"/>
              <a:gd name="connsiteY2" fmla="*/ 11711 h 4605141"/>
              <a:gd name="connsiteX3" fmla="*/ 2111887 w 2111887"/>
              <a:gd name="connsiteY3" fmla="*/ 308933 h 4605141"/>
              <a:gd name="connsiteX4" fmla="*/ 2111887 w 2111887"/>
              <a:gd name="connsiteY4" fmla="*/ 4357924 h 4605141"/>
              <a:gd name="connsiteX5" fmla="*/ 1864670 w 2111887"/>
              <a:gd name="connsiteY5" fmla="*/ 4605141 h 4605141"/>
              <a:gd name="connsiteX6" fmla="*/ 247217 w 2111887"/>
              <a:gd name="connsiteY6" fmla="*/ 4605141 h 4605141"/>
              <a:gd name="connsiteX7" fmla="*/ 0 w 2111887"/>
              <a:gd name="connsiteY7" fmla="*/ 4357924 h 4605141"/>
              <a:gd name="connsiteX8" fmla="*/ 0 w 2111887"/>
              <a:gd name="connsiteY8" fmla="*/ 308933 h 4605141"/>
              <a:gd name="connsiteX0" fmla="*/ 0 w 2111887"/>
              <a:gd name="connsiteY0" fmla="*/ 308933 h 4605141"/>
              <a:gd name="connsiteX1" fmla="*/ 223404 w 2111887"/>
              <a:gd name="connsiteY1" fmla="*/ 16472 h 4605141"/>
              <a:gd name="connsiteX2" fmla="*/ 1888483 w 2111887"/>
              <a:gd name="connsiteY2" fmla="*/ 11711 h 4605141"/>
              <a:gd name="connsiteX3" fmla="*/ 2111887 w 2111887"/>
              <a:gd name="connsiteY3" fmla="*/ 308933 h 4605141"/>
              <a:gd name="connsiteX4" fmla="*/ 2111887 w 2111887"/>
              <a:gd name="connsiteY4" fmla="*/ 4357924 h 4605141"/>
              <a:gd name="connsiteX5" fmla="*/ 1864670 w 2111887"/>
              <a:gd name="connsiteY5" fmla="*/ 4605141 h 4605141"/>
              <a:gd name="connsiteX6" fmla="*/ 247217 w 2111887"/>
              <a:gd name="connsiteY6" fmla="*/ 4605141 h 4605141"/>
              <a:gd name="connsiteX7" fmla="*/ 0 w 2111887"/>
              <a:gd name="connsiteY7" fmla="*/ 4357924 h 4605141"/>
              <a:gd name="connsiteX8" fmla="*/ 0 w 2111887"/>
              <a:gd name="connsiteY8" fmla="*/ 308933 h 4605141"/>
              <a:gd name="connsiteX0" fmla="*/ 0 w 2119031"/>
              <a:gd name="connsiteY0" fmla="*/ 292265 h 4605141"/>
              <a:gd name="connsiteX1" fmla="*/ 230548 w 2119031"/>
              <a:gd name="connsiteY1" fmla="*/ 16472 h 4605141"/>
              <a:gd name="connsiteX2" fmla="*/ 1895627 w 2119031"/>
              <a:gd name="connsiteY2" fmla="*/ 11711 h 4605141"/>
              <a:gd name="connsiteX3" fmla="*/ 2119031 w 2119031"/>
              <a:gd name="connsiteY3" fmla="*/ 308933 h 4605141"/>
              <a:gd name="connsiteX4" fmla="*/ 2119031 w 2119031"/>
              <a:gd name="connsiteY4" fmla="*/ 4357924 h 4605141"/>
              <a:gd name="connsiteX5" fmla="*/ 1871814 w 2119031"/>
              <a:gd name="connsiteY5" fmla="*/ 4605141 h 4605141"/>
              <a:gd name="connsiteX6" fmla="*/ 254361 w 2119031"/>
              <a:gd name="connsiteY6" fmla="*/ 4605141 h 4605141"/>
              <a:gd name="connsiteX7" fmla="*/ 7144 w 2119031"/>
              <a:gd name="connsiteY7" fmla="*/ 4357924 h 4605141"/>
              <a:gd name="connsiteX8" fmla="*/ 0 w 2119031"/>
              <a:gd name="connsiteY8" fmla="*/ 292265 h 4605141"/>
              <a:gd name="connsiteX0" fmla="*/ 0 w 2128556"/>
              <a:gd name="connsiteY0" fmla="*/ 292265 h 4605141"/>
              <a:gd name="connsiteX1" fmla="*/ 230548 w 2128556"/>
              <a:gd name="connsiteY1" fmla="*/ 16472 h 4605141"/>
              <a:gd name="connsiteX2" fmla="*/ 1895627 w 2128556"/>
              <a:gd name="connsiteY2" fmla="*/ 11711 h 4605141"/>
              <a:gd name="connsiteX3" fmla="*/ 2128556 w 2128556"/>
              <a:gd name="connsiteY3" fmla="*/ 297027 h 4605141"/>
              <a:gd name="connsiteX4" fmla="*/ 2119031 w 2128556"/>
              <a:gd name="connsiteY4" fmla="*/ 4357924 h 4605141"/>
              <a:gd name="connsiteX5" fmla="*/ 1871814 w 2128556"/>
              <a:gd name="connsiteY5" fmla="*/ 4605141 h 4605141"/>
              <a:gd name="connsiteX6" fmla="*/ 254361 w 2128556"/>
              <a:gd name="connsiteY6" fmla="*/ 4605141 h 4605141"/>
              <a:gd name="connsiteX7" fmla="*/ 7144 w 2128556"/>
              <a:gd name="connsiteY7" fmla="*/ 4357924 h 4605141"/>
              <a:gd name="connsiteX8" fmla="*/ 0 w 2128556"/>
              <a:gd name="connsiteY8" fmla="*/ 292265 h 4605141"/>
              <a:gd name="connsiteX0" fmla="*/ 0 w 2128556"/>
              <a:gd name="connsiteY0" fmla="*/ 292265 h 4605141"/>
              <a:gd name="connsiteX1" fmla="*/ 230548 w 2128556"/>
              <a:gd name="connsiteY1" fmla="*/ 16472 h 4605141"/>
              <a:gd name="connsiteX2" fmla="*/ 1895627 w 2128556"/>
              <a:gd name="connsiteY2" fmla="*/ 11711 h 4605141"/>
              <a:gd name="connsiteX3" fmla="*/ 2128556 w 2128556"/>
              <a:gd name="connsiteY3" fmla="*/ 297027 h 4605141"/>
              <a:gd name="connsiteX4" fmla="*/ 2128556 w 2128556"/>
              <a:gd name="connsiteY4" fmla="*/ 4360305 h 4605141"/>
              <a:gd name="connsiteX5" fmla="*/ 1871814 w 2128556"/>
              <a:gd name="connsiteY5" fmla="*/ 4605141 h 4605141"/>
              <a:gd name="connsiteX6" fmla="*/ 254361 w 2128556"/>
              <a:gd name="connsiteY6" fmla="*/ 4605141 h 4605141"/>
              <a:gd name="connsiteX7" fmla="*/ 7144 w 2128556"/>
              <a:gd name="connsiteY7" fmla="*/ 4357924 h 4605141"/>
              <a:gd name="connsiteX8" fmla="*/ 0 w 2128556"/>
              <a:gd name="connsiteY8" fmla="*/ 292265 h 4605141"/>
              <a:gd name="connsiteX0" fmla="*/ 0 w 2128556"/>
              <a:gd name="connsiteY0" fmla="*/ 292265 h 4626572"/>
              <a:gd name="connsiteX1" fmla="*/ 230548 w 2128556"/>
              <a:gd name="connsiteY1" fmla="*/ 16472 h 4626572"/>
              <a:gd name="connsiteX2" fmla="*/ 1895627 w 2128556"/>
              <a:gd name="connsiteY2" fmla="*/ 11711 h 4626572"/>
              <a:gd name="connsiteX3" fmla="*/ 2128556 w 2128556"/>
              <a:gd name="connsiteY3" fmla="*/ 297027 h 4626572"/>
              <a:gd name="connsiteX4" fmla="*/ 2128556 w 2128556"/>
              <a:gd name="connsiteY4" fmla="*/ 4360305 h 4626572"/>
              <a:gd name="connsiteX5" fmla="*/ 1867051 w 2128556"/>
              <a:gd name="connsiteY5" fmla="*/ 4626572 h 4626572"/>
              <a:gd name="connsiteX6" fmla="*/ 254361 w 2128556"/>
              <a:gd name="connsiteY6" fmla="*/ 4605141 h 4626572"/>
              <a:gd name="connsiteX7" fmla="*/ 7144 w 2128556"/>
              <a:gd name="connsiteY7" fmla="*/ 4357924 h 4626572"/>
              <a:gd name="connsiteX8" fmla="*/ 0 w 2128556"/>
              <a:gd name="connsiteY8" fmla="*/ 292265 h 4626572"/>
              <a:gd name="connsiteX0" fmla="*/ 0 w 2128556"/>
              <a:gd name="connsiteY0" fmla="*/ 292265 h 4626572"/>
              <a:gd name="connsiteX1" fmla="*/ 230548 w 2128556"/>
              <a:gd name="connsiteY1" fmla="*/ 16472 h 4626572"/>
              <a:gd name="connsiteX2" fmla="*/ 1895627 w 2128556"/>
              <a:gd name="connsiteY2" fmla="*/ 11711 h 4626572"/>
              <a:gd name="connsiteX3" fmla="*/ 2128556 w 2128556"/>
              <a:gd name="connsiteY3" fmla="*/ 297027 h 4626572"/>
              <a:gd name="connsiteX4" fmla="*/ 2128556 w 2128556"/>
              <a:gd name="connsiteY4" fmla="*/ 4360305 h 4626572"/>
              <a:gd name="connsiteX5" fmla="*/ 1867051 w 2128556"/>
              <a:gd name="connsiteY5" fmla="*/ 4626572 h 4626572"/>
              <a:gd name="connsiteX6" fmla="*/ 254361 w 2128556"/>
              <a:gd name="connsiteY6" fmla="*/ 4624191 h 4626572"/>
              <a:gd name="connsiteX7" fmla="*/ 7144 w 2128556"/>
              <a:gd name="connsiteY7" fmla="*/ 4357924 h 4626572"/>
              <a:gd name="connsiteX8" fmla="*/ 0 w 2128556"/>
              <a:gd name="connsiteY8" fmla="*/ 292265 h 4626572"/>
              <a:gd name="connsiteX0" fmla="*/ 2874 w 2131430"/>
              <a:gd name="connsiteY0" fmla="*/ 292265 h 4626572"/>
              <a:gd name="connsiteX1" fmla="*/ 233422 w 2131430"/>
              <a:gd name="connsiteY1" fmla="*/ 16472 h 4626572"/>
              <a:gd name="connsiteX2" fmla="*/ 1898501 w 2131430"/>
              <a:gd name="connsiteY2" fmla="*/ 11711 h 4626572"/>
              <a:gd name="connsiteX3" fmla="*/ 2131430 w 2131430"/>
              <a:gd name="connsiteY3" fmla="*/ 297027 h 4626572"/>
              <a:gd name="connsiteX4" fmla="*/ 2131430 w 2131430"/>
              <a:gd name="connsiteY4" fmla="*/ 4360305 h 4626572"/>
              <a:gd name="connsiteX5" fmla="*/ 1869925 w 2131430"/>
              <a:gd name="connsiteY5" fmla="*/ 4626572 h 4626572"/>
              <a:gd name="connsiteX6" fmla="*/ 257235 w 2131430"/>
              <a:gd name="connsiteY6" fmla="*/ 4624191 h 4626572"/>
              <a:gd name="connsiteX7" fmla="*/ 493 w 2131430"/>
              <a:gd name="connsiteY7" fmla="*/ 4357924 h 4626572"/>
              <a:gd name="connsiteX8" fmla="*/ 2874 w 2131430"/>
              <a:gd name="connsiteY8" fmla="*/ 292265 h 4626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31430" h="4626572">
                <a:moveTo>
                  <a:pt x="2874" y="292265"/>
                </a:moveTo>
                <a:cubicBezTo>
                  <a:pt x="2874" y="155731"/>
                  <a:pt x="101650" y="18853"/>
                  <a:pt x="233422" y="16472"/>
                </a:cubicBezTo>
                <a:cubicBezTo>
                  <a:pt x="556504" y="2654"/>
                  <a:pt x="1580975" y="-10045"/>
                  <a:pt x="1898501" y="11711"/>
                </a:cubicBezTo>
                <a:cubicBezTo>
                  <a:pt x="2042179" y="21236"/>
                  <a:pt x="2131430" y="160493"/>
                  <a:pt x="2131430" y="297027"/>
                </a:cubicBezTo>
                <a:lnTo>
                  <a:pt x="2131430" y="4360305"/>
                </a:lnTo>
                <a:cubicBezTo>
                  <a:pt x="2131430" y="4496839"/>
                  <a:pt x="2006459" y="4626572"/>
                  <a:pt x="1869925" y="4626572"/>
                </a:cubicBezTo>
                <a:lnTo>
                  <a:pt x="257235" y="4624191"/>
                </a:lnTo>
                <a:cubicBezTo>
                  <a:pt x="120701" y="4624191"/>
                  <a:pt x="493" y="4494458"/>
                  <a:pt x="493" y="4357924"/>
                </a:cubicBezTo>
                <a:cubicBezTo>
                  <a:pt x="-1888" y="3002704"/>
                  <a:pt x="5255" y="1647485"/>
                  <a:pt x="2874" y="292265"/>
                </a:cubicBezTo>
                <a:close/>
              </a:path>
            </a:pathLst>
          </a:custGeom>
          <a:solidFill>
            <a:schemeClr val="bg1">
              <a:lumMod val="95000"/>
            </a:schemeClr>
          </a:solidFill>
        </p:spPr>
        <p:txBody>
          <a:bodyPr anchor="ctr" anchorCtr="0"/>
          <a:lstStyle>
            <a:lvl1pPr marL="0" indent="0" algn="ctr">
              <a:buNone/>
              <a:defRPr/>
            </a:lvl1pPr>
          </a:lstStyle>
          <a:p>
            <a:r>
              <a:rPr lang="en-US"/>
              <a:t>Thêm ảnh</a:t>
            </a:r>
          </a:p>
        </p:txBody>
      </p:sp>
      <p:sp>
        <p:nvSpPr>
          <p:cNvPr id="15" name="Picture Placeholder 1">
            <a:extLst>
              <a:ext uri="{FF2B5EF4-FFF2-40B4-BE49-F238E27FC236}">
                <a16:creationId xmlns:a16="http://schemas.microsoft.com/office/drawing/2014/main" id="{88786B7F-DEAA-9BB7-8BD3-B3780EB61BCA}"/>
              </a:ext>
            </a:extLst>
          </p:cNvPr>
          <p:cNvSpPr>
            <a:spLocks noGrp="1"/>
          </p:cNvSpPr>
          <p:nvPr>
            <p:ph type="pic" sz="quarter" idx="16" hasCustomPrompt="1"/>
          </p:nvPr>
        </p:nvSpPr>
        <p:spPr>
          <a:xfrm>
            <a:off x="9255760" y="1200818"/>
            <a:ext cx="534445" cy="155541"/>
          </a:xfrm>
          <a:custGeom>
            <a:avLst/>
            <a:gdLst>
              <a:gd name="connsiteX0" fmla="*/ 0 w 2111887"/>
              <a:gd name="connsiteY0" fmla="*/ 247217 h 4543425"/>
              <a:gd name="connsiteX1" fmla="*/ 247217 w 2111887"/>
              <a:gd name="connsiteY1" fmla="*/ 0 h 4543425"/>
              <a:gd name="connsiteX2" fmla="*/ 1864670 w 2111887"/>
              <a:gd name="connsiteY2" fmla="*/ 0 h 4543425"/>
              <a:gd name="connsiteX3" fmla="*/ 2111887 w 2111887"/>
              <a:gd name="connsiteY3" fmla="*/ 247217 h 4543425"/>
              <a:gd name="connsiteX4" fmla="*/ 2111887 w 2111887"/>
              <a:gd name="connsiteY4" fmla="*/ 4296208 h 4543425"/>
              <a:gd name="connsiteX5" fmla="*/ 1864670 w 2111887"/>
              <a:gd name="connsiteY5" fmla="*/ 4543425 h 4543425"/>
              <a:gd name="connsiteX6" fmla="*/ 247217 w 2111887"/>
              <a:gd name="connsiteY6" fmla="*/ 4543425 h 4543425"/>
              <a:gd name="connsiteX7" fmla="*/ 0 w 2111887"/>
              <a:gd name="connsiteY7" fmla="*/ 4296208 h 4543425"/>
              <a:gd name="connsiteX8" fmla="*/ 0 w 2111887"/>
              <a:gd name="connsiteY8" fmla="*/ 247217 h 4543425"/>
              <a:gd name="connsiteX0" fmla="*/ 0 w 2111887"/>
              <a:gd name="connsiteY0" fmla="*/ 247221 h 4543429"/>
              <a:gd name="connsiteX1" fmla="*/ 247217 w 2111887"/>
              <a:gd name="connsiteY1" fmla="*/ 4 h 4543429"/>
              <a:gd name="connsiteX2" fmla="*/ 1103287 w 2111887"/>
              <a:gd name="connsiteY2" fmla="*/ 100016 h 4543429"/>
              <a:gd name="connsiteX3" fmla="*/ 1864670 w 2111887"/>
              <a:gd name="connsiteY3" fmla="*/ 4 h 4543429"/>
              <a:gd name="connsiteX4" fmla="*/ 2111887 w 2111887"/>
              <a:gd name="connsiteY4" fmla="*/ 247221 h 4543429"/>
              <a:gd name="connsiteX5" fmla="*/ 2111887 w 2111887"/>
              <a:gd name="connsiteY5" fmla="*/ 4296212 h 4543429"/>
              <a:gd name="connsiteX6" fmla="*/ 1864670 w 2111887"/>
              <a:gd name="connsiteY6" fmla="*/ 4543429 h 4543429"/>
              <a:gd name="connsiteX7" fmla="*/ 247217 w 2111887"/>
              <a:gd name="connsiteY7" fmla="*/ 4543429 h 4543429"/>
              <a:gd name="connsiteX8" fmla="*/ 0 w 2111887"/>
              <a:gd name="connsiteY8" fmla="*/ 4296212 h 4543429"/>
              <a:gd name="connsiteX9" fmla="*/ 0 w 2111887"/>
              <a:gd name="connsiteY9" fmla="*/ 247221 h 4543429"/>
              <a:gd name="connsiteX0" fmla="*/ 0 w 2111887"/>
              <a:gd name="connsiteY0" fmla="*/ 264906 h 4561114"/>
              <a:gd name="connsiteX1" fmla="*/ 247217 w 2111887"/>
              <a:gd name="connsiteY1" fmla="*/ 17689 h 4561114"/>
              <a:gd name="connsiteX2" fmla="*/ 665137 w 2111887"/>
              <a:gd name="connsiteY2" fmla="*/ 22451 h 4561114"/>
              <a:gd name="connsiteX3" fmla="*/ 1103287 w 2111887"/>
              <a:gd name="connsiteY3" fmla="*/ 117701 h 4561114"/>
              <a:gd name="connsiteX4" fmla="*/ 1864670 w 2111887"/>
              <a:gd name="connsiteY4" fmla="*/ 17689 h 4561114"/>
              <a:gd name="connsiteX5" fmla="*/ 2111887 w 2111887"/>
              <a:gd name="connsiteY5" fmla="*/ 264906 h 4561114"/>
              <a:gd name="connsiteX6" fmla="*/ 2111887 w 2111887"/>
              <a:gd name="connsiteY6" fmla="*/ 4313897 h 4561114"/>
              <a:gd name="connsiteX7" fmla="*/ 1864670 w 2111887"/>
              <a:gd name="connsiteY7" fmla="*/ 4561114 h 4561114"/>
              <a:gd name="connsiteX8" fmla="*/ 247217 w 2111887"/>
              <a:gd name="connsiteY8" fmla="*/ 4561114 h 4561114"/>
              <a:gd name="connsiteX9" fmla="*/ 0 w 2111887"/>
              <a:gd name="connsiteY9" fmla="*/ 4313897 h 4561114"/>
              <a:gd name="connsiteX10" fmla="*/ 0 w 2111887"/>
              <a:gd name="connsiteY10" fmla="*/ 264906 h 4561114"/>
              <a:gd name="connsiteX0" fmla="*/ 0 w 2111887"/>
              <a:gd name="connsiteY0" fmla="*/ 269676 h 4565884"/>
              <a:gd name="connsiteX1" fmla="*/ 247217 w 2111887"/>
              <a:gd name="connsiteY1" fmla="*/ 22459 h 4565884"/>
              <a:gd name="connsiteX2" fmla="*/ 612749 w 2111887"/>
              <a:gd name="connsiteY2" fmla="*/ 15315 h 4565884"/>
              <a:gd name="connsiteX3" fmla="*/ 1103287 w 2111887"/>
              <a:gd name="connsiteY3" fmla="*/ 122471 h 4565884"/>
              <a:gd name="connsiteX4" fmla="*/ 1864670 w 2111887"/>
              <a:gd name="connsiteY4" fmla="*/ 22459 h 4565884"/>
              <a:gd name="connsiteX5" fmla="*/ 2111887 w 2111887"/>
              <a:gd name="connsiteY5" fmla="*/ 269676 h 4565884"/>
              <a:gd name="connsiteX6" fmla="*/ 2111887 w 2111887"/>
              <a:gd name="connsiteY6" fmla="*/ 4318667 h 4565884"/>
              <a:gd name="connsiteX7" fmla="*/ 1864670 w 2111887"/>
              <a:gd name="connsiteY7" fmla="*/ 4565884 h 4565884"/>
              <a:gd name="connsiteX8" fmla="*/ 247217 w 2111887"/>
              <a:gd name="connsiteY8" fmla="*/ 4565884 h 4565884"/>
              <a:gd name="connsiteX9" fmla="*/ 0 w 2111887"/>
              <a:gd name="connsiteY9" fmla="*/ 4318667 h 4565884"/>
              <a:gd name="connsiteX10" fmla="*/ 0 w 2111887"/>
              <a:gd name="connsiteY10" fmla="*/ 269676 h 4565884"/>
              <a:gd name="connsiteX0" fmla="*/ 0 w 2111887"/>
              <a:gd name="connsiteY0" fmla="*/ 275247 h 4571455"/>
              <a:gd name="connsiteX1" fmla="*/ 247217 w 2111887"/>
              <a:gd name="connsiteY1" fmla="*/ 18505 h 4571455"/>
              <a:gd name="connsiteX2" fmla="*/ 612749 w 2111887"/>
              <a:gd name="connsiteY2" fmla="*/ 20886 h 4571455"/>
              <a:gd name="connsiteX3" fmla="*/ 1103287 w 2111887"/>
              <a:gd name="connsiteY3" fmla="*/ 128042 h 4571455"/>
              <a:gd name="connsiteX4" fmla="*/ 1864670 w 2111887"/>
              <a:gd name="connsiteY4" fmla="*/ 28030 h 4571455"/>
              <a:gd name="connsiteX5" fmla="*/ 2111887 w 2111887"/>
              <a:gd name="connsiteY5" fmla="*/ 275247 h 4571455"/>
              <a:gd name="connsiteX6" fmla="*/ 2111887 w 2111887"/>
              <a:gd name="connsiteY6" fmla="*/ 4324238 h 4571455"/>
              <a:gd name="connsiteX7" fmla="*/ 1864670 w 2111887"/>
              <a:gd name="connsiteY7" fmla="*/ 4571455 h 4571455"/>
              <a:gd name="connsiteX8" fmla="*/ 247217 w 2111887"/>
              <a:gd name="connsiteY8" fmla="*/ 4571455 h 4571455"/>
              <a:gd name="connsiteX9" fmla="*/ 0 w 2111887"/>
              <a:gd name="connsiteY9" fmla="*/ 4324238 h 4571455"/>
              <a:gd name="connsiteX10" fmla="*/ 0 w 2111887"/>
              <a:gd name="connsiteY10" fmla="*/ 275247 h 4571455"/>
              <a:gd name="connsiteX0" fmla="*/ 0 w 2111887"/>
              <a:gd name="connsiteY0" fmla="*/ 268247 h 4564455"/>
              <a:gd name="connsiteX1" fmla="*/ 247217 w 2111887"/>
              <a:gd name="connsiteY1" fmla="*/ 11505 h 4564455"/>
              <a:gd name="connsiteX2" fmla="*/ 612749 w 2111887"/>
              <a:gd name="connsiteY2" fmla="*/ 13886 h 4564455"/>
              <a:gd name="connsiteX3" fmla="*/ 1103287 w 2111887"/>
              <a:gd name="connsiteY3" fmla="*/ 121042 h 4564455"/>
              <a:gd name="connsiteX4" fmla="*/ 1864670 w 2111887"/>
              <a:gd name="connsiteY4" fmla="*/ 21030 h 4564455"/>
              <a:gd name="connsiteX5" fmla="*/ 2111887 w 2111887"/>
              <a:gd name="connsiteY5" fmla="*/ 268247 h 4564455"/>
              <a:gd name="connsiteX6" fmla="*/ 2111887 w 2111887"/>
              <a:gd name="connsiteY6" fmla="*/ 4317238 h 4564455"/>
              <a:gd name="connsiteX7" fmla="*/ 1864670 w 2111887"/>
              <a:gd name="connsiteY7" fmla="*/ 4564455 h 4564455"/>
              <a:gd name="connsiteX8" fmla="*/ 247217 w 2111887"/>
              <a:gd name="connsiteY8" fmla="*/ 4564455 h 4564455"/>
              <a:gd name="connsiteX9" fmla="*/ 0 w 2111887"/>
              <a:gd name="connsiteY9" fmla="*/ 4317238 h 4564455"/>
              <a:gd name="connsiteX10" fmla="*/ 0 w 2111887"/>
              <a:gd name="connsiteY10"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784200 w 2111887"/>
              <a:gd name="connsiteY3" fmla="*/ 59130 h 4564455"/>
              <a:gd name="connsiteX4" fmla="*/ 1103287 w 2111887"/>
              <a:gd name="connsiteY4" fmla="*/ 121042 h 4564455"/>
              <a:gd name="connsiteX5" fmla="*/ 1864670 w 2111887"/>
              <a:gd name="connsiteY5" fmla="*/ 21030 h 4564455"/>
              <a:gd name="connsiteX6" fmla="*/ 2111887 w 2111887"/>
              <a:gd name="connsiteY6" fmla="*/ 268247 h 4564455"/>
              <a:gd name="connsiteX7" fmla="*/ 2111887 w 2111887"/>
              <a:gd name="connsiteY7" fmla="*/ 4317238 h 4564455"/>
              <a:gd name="connsiteX8" fmla="*/ 1864670 w 2111887"/>
              <a:gd name="connsiteY8" fmla="*/ 4564455 h 4564455"/>
              <a:gd name="connsiteX9" fmla="*/ 247217 w 2111887"/>
              <a:gd name="connsiteY9" fmla="*/ 4564455 h 4564455"/>
              <a:gd name="connsiteX10" fmla="*/ 0 w 2111887"/>
              <a:gd name="connsiteY10" fmla="*/ 4317238 h 4564455"/>
              <a:gd name="connsiteX11" fmla="*/ 0 w 2111887"/>
              <a:gd name="connsiteY11"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864670 w 2111887"/>
              <a:gd name="connsiteY5" fmla="*/ 21030 h 4564455"/>
              <a:gd name="connsiteX6" fmla="*/ 2111887 w 2111887"/>
              <a:gd name="connsiteY6" fmla="*/ 268247 h 4564455"/>
              <a:gd name="connsiteX7" fmla="*/ 2111887 w 2111887"/>
              <a:gd name="connsiteY7" fmla="*/ 4317238 h 4564455"/>
              <a:gd name="connsiteX8" fmla="*/ 1864670 w 2111887"/>
              <a:gd name="connsiteY8" fmla="*/ 4564455 h 4564455"/>
              <a:gd name="connsiteX9" fmla="*/ 247217 w 2111887"/>
              <a:gd name="connsiteY9" fmla="*/ 4564455 h 4564455"/>
              <a:gd name="connsiteX10" fmla="*/ 0 w 2111887"/>
              <a:gd name="connsiteY10" fmla="*/ 4317238 h 4564455"/>
              <a:gd name="connsiteX11" fmla="*/ 0 w 2111887"/>
              <a:gd name="connsiteY11"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453331 w 2111887"/>
              <a:gd name="connsiteY5" fmla="*/ 123424 h 4564455"/>
              <a:gd name="connsiteX6" fmla="*/ 1864670 w 2111887"/>
              <a:gd name="connsiteY6" fmla="*/ 21030 h 4564455"/>
              <a:gd name="connsiteX7" fmla="*/ 2111887 w 2111887"/>
              <a:gd name="connsiteY7" fmla="*/ 268247 h 4564455"/>
              <a:gd name="connsiteX8" fmla="*/ 2111887 w 2111887"/>
              <a:gd name="connsiteY8" fmla="*/ 4317238 h 4564455"/>
              <a:gd name="connsiteX9" fmla="*/ 1864670 w 2111887"/>
              <a:gd name="connsiteY9" fmla="*/ 4564455 h 4564455"/>
              <a:gd name="connsiteX10" fmla="*/ 247217 w 2111887"/>
              <a:gd name="connsiteY10" fmla="*/ 4564455 h 4564455"/>
              <a:gd name="connsiteX11" fmla="*/ 0 w 2111887"/>
              <a:gd name="connsiteY11" fmla="*/ 4317238 h 4564455"/>
              <a:gd name="connsiteX12" fmla="*/ 0 w 2111887"/>
              <a:gd name="connsiteY12" fmla="*/ 268247 h 4564455"/>
              <a:gd name="connsiteX0" fmla="*/ 0 w 2111887"/>
              <a:gd name="connsiteY0" fmla="*/ 268247 h 4564455"/>
              <a:gd name="connsiteX1" fmla="*/ 247217 w 2111887"/>
              <a:gd name="connsiteY1" fmla="*/ 11505 h 4564455"/>
              <a:gd name="connsiteX2" fmla="*/ 612749 w 2111887"/>
              <a:gd name="connsiteY2" fmla="*/ 13886 h 4564455"/>
              <a:gd name="connsiteX3" fmla="*/ 691331 w 2111887"/>
              <a:gd name="connsiteY3" fmla="*/ 101992 h 4564455"/>
              <a:gd name="connsiteX4" fmla="*/ 1103287 w 2111887"/>
              <a:gd name="connsiteY4" fmla="*/ 121042 h 4564455"/>
              <a:gd name="connsiteX5" fmla="*/ 1453331 w 2111887"/>
              <a:gd name="connsiteY5" fmla="*/ 123424 h 4564455"/>
              <a:gd name="connsiteX6" fmla="*/ 1600969 w 2111887"/>
              <a:gd name="connsiteY6" fmla="*/ 73418 h 4564455"/>
              <a:gd name="connsiteX7" fmla="*/ 1864670 w 2111887"/>
              <a:gd name="connsiteY7" fmla="*/ 21030 h 4564455"/>
              <a:gd name="connsiteX8" fmla="*/ 2111887 w 2111887"/>
              <a:gd name="connsiteY8" fmla="*/ 268247 h 4564455"/>
              <a:gd name="connsiteX9" fmla="*/ 2111887 w 2111887"/>
              <a:gd name="connsiteY9" fmla="*/ 4317238 h 4564455"/>
              <a:gd name="connsiteX10" fmla="*/ 1864670 w 2111887"/>
              <a:gd name="connsiteY10" fmla="*/ 4564455 h 4564455"/>
              <a:gd name="connsiteX11" fmla="*/ 247217 w 2111887"/>
              <a:gd name="connsiteY11" fmla="*/ 4564455 h 4564455"/>
              <a:gd name="connsiteX12" fmla="*/ 0 w 2111887"/>
              <a:gd name="connsiteY12" fmla="*/ 4317238 h 4564455"/>
              <a:gd name="connsiteX13" fmla="*/ 0 w 2111887"/>
              <a:gd name="connsiteY13" fmla="*/ 268247 h 4564455"/>
              <a:gd name="connsiteX0" fmla="*/ 0 w 2111887"/>
              <a:gd name="connsiteY0" fmla="*/ 271881 h 4568089"/>
              <a:gd name="connsiteX1" fmla="*/ 247217 w 2111887"/>
              <a:gd name="connsiteY1" fmla="*/ 15139 h 4568089"/>
              <a:gd name="connsiteX2" fmla="*/ 612749 w 2111887"/>
              <a:gd name="connsiteY2" fmla="*/ 17520 h 4568089"/>
              <a:gd name="connsiteX3" fmla="*/ 691331 w 2111887"/>
              <a:gd name="connsiteY3" fmla="*/ 105626 h 4568089"/>
              <a:gd name="connsiteX4" fmla="*/ 1103287 w 2111887"/>
              <a:gd name="connsiteY4" fmla="*/ 124676 h 4568089"/>
              <a:gd name="connsiteX5" fmla="*/ 1453331 w 2111887"/>
              <a:gd name="connsiteY5" fmla="*/ 127058 h 4568089"/>
              <a:gd name="connsiteX6" fmla="*/ 1520006 w 2111887"/>
              <a:gd name="connsiteY6" fmla="*/ 12758 h 4568089"/>
              <a:gd name="connsiteX7" fmla="*/ 1864670 w 2111887"/>
              <a:gd name="connsiteY7" fmla="*/ 24664 h 4568089"/>
              <a:gd name="connsiteX8" fmla="*/ 2111887 w 2111887"/>
              <a:gd name="connsiteY8" fmla="*/ 271881 h 4568089"/>
              <a:gd name="connsiteX9" fmla="*/ 2111887 w 2111887"/>
              <a:gd name="connsiteY9" fmla="*/ 4320872 h 4568089"/>
              <a:gd name="connsiteX10" fmla="*/ 1864670 w 2111887"/>
              <a:gd name="connsiteY10" fmla="*/ 4568089 h 4568089"/>
              <a:gd name="connsiteX11" fmla="*/ 247217 w 2111887"/>
              <a:gd name="connsiteY11" fmla="*/ 4568089 h 4568089"/>
              <a:gd name="connsiteX12" fmla="*/ 0 w 2111887"/>
              <a:gd name="connsiteY12" fmla="*/ 4320872 h 4568089"/>
              <a:gd name="connsiteX13" fmla="*/ 0 w 2111887"/>
              <a:gd name="connsiteY13" fmla="*/ 271881 h 4568089"/>
              <a:gd name="connsiteX0" fmla="*/ 0 w 2111887"/>
              <a:gd name="connsiteY0" fmla="*/ 272962 h 4569170"/>
              <a:gd name="connsiteX1" fmla="*/ 247217 w 2111887"/>
              <a:gd name="connsiteY1" fmla="*/ 16220 h 4569170"/>
              <a:gd name="connsiteX2" fmla="*/ 612749 w 2111887"/>
              <a:gd name="connsiteY2" fmla="*/ 18601 h 4569170"/>
              <a:gd name="connsiteX3" fmla="*/ 691331 w 2111887"/>
              <a:gd name="connsiteY3" fmla="*/ 106707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612749 w 2111887"/>
              <a:gd name="connsiteY2" fmla="*/ 18601 h 4569170"/>
              <a:gd name="connsiteX3" fmla="*/ 693712 w 2111887"/>
              <a:gd name="connsiteY3" fmla="*/ 118613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103287 w 2111887"/>
              <a:gd name="connsiteY4" fmla="*/ 125757 h 4569170"/>
              <a:gd name="connsiteX5" fmla="*/ 1453331 w 2111887"/>
              <a:gd name="connsiteY5" fmla="*/ 128139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103287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055662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2962 h 4569170"/>
              <a:gd name="connsiteX1" fmla="*/ 247217 w 2111887"/>
              <a:gd name="connsiteY1" fmla="*/ 16220 h 4569170"/>
              <a:gd name="connsiteX2" fmla="*/ 598462 w 2111887"/>
              <a:gd name="connsiteY2" fmla="*/ 16220 h 4569170"/>
              <a:gd name="connsiteX3" fmla="*/ 693712 w 2111887"/>
              <a:gd name="connsiteY3" fmla="*/ 118613 h 4569170"/>
              <a:gd name="connsiteX4" fmla="*/ 1055662 w 2111887"/>
              <a:gd name="connsiteY4" fmla="*/ 125757 h 4569170"/>
              <a:gd name="connsiteX5" fmla="*/ 1453331 w 2111887"/>
              <a:gd name="connsiteY5" fmla="*/ 120995 h 4569170"/>
              <a:gd name="connsiteX6" fmla="*/ 1520006 w 2111887"/>
              <a:gd name="connsiteY6" fmla="*/ 13839 h 4569170"/>
              <a:gd name="connsiteX7" fmla="*/ 1888482 w 2111887"/>
              <a:gd name="connsiteY7" fmla="*/ 23364 h 4569170"/>
              <a:gd name="connsiteX8" fmla="*/ 2111887 w 2111887"/>
              <a:gd name="connsiteY8" fmla="*/ 272962 h 4569170"/>
              <a:gd name="connsiteX9" fmla="*/ 2111887 w 2111887"/>
              <a:gd name="connsiteY9" fmla="*/ 4321953 h 4569170"/>
              <a:gd name="connsiteX10" fmla="*/ 1864670 w 2111887"/>
              <a:gd name="connsiteY10" fmla="*/ 4569170 h 4569170"/>
              <a:gd name="connsiteX11" fmla="*/ 247217 w 2111887"/>
              <a:gd name="connsiteY11" fmla="*/ 4569170 h 4569170"/>
              <a:gd name="connsiteX12" fmla="*/ 0 w 2111887"/>
              <a:gd name="connsiteY12" fmla="*/ 4321953 h 4569170"/>
              <a:gd name="connsiteX13" fmla="*/ 0 w 2111887"/>
              <a:gd name="connsiteY13" fmla="*/ 272962 h 4569170"/>
              <a:gd name="connsiteX0" fmla="*/ 0 w 2111887"/>
              <a:gd name="connsiteY0" fmla="*/ 273465 h 4569673"/>
              <a:gd name="connsiteX1" fmla="*/ 247217 w 2111887"/>
              <a:gd name="connsiteY1" fmla="*/ 16723 h 4569673"/>
              <a:gd name="connsiteX2" fmla="*/ 579412 w 2111887"/>
              <a:gd name="connsiteY2" fmla="*/ 9580 h 4569673"/>
              <a:gd name="connsiteX3" fmla="*/ 693712 w 2111887"/>
              <a:gd name="connsiteY3" fmla="*/ 119116 h 4569673"/>
              <a:gd name="connsiteX4" fmla="*/ 1055662 w 2111887"/>
              <a:gd name="connsiteY4" fmla="*/ 126260 h 4569673"/>
              <a:gd name="connsiteX5" fmla="*/ 1453331 w 2111887"/>
              <a:gd name="connsiteY5" fmla="*/ 121498 h 4569673"/>
              <a:gd name="connsiteX6" fmla="*/ 1520006 w 2111887"/>
              <a:gd name="connsiteY6" fmla="*/ 14342 h 4569673"/>
              <a:gd name="connsiteX7" fmla="*/ 1888482 w 2111887"/>
              <a:gd name="connsiteY7" fmla="*/ 23867 h 4569673"/>
              <a:gd name="connsiteX8" fmla="*/ 2111887 w 2111887"/>
              <a:gd name="connsiteY8" fmla="*/ 273465 h 4569673"/>
              <a:gd name="connsiteX9" fmla="*/ 2111887 w 2111887"/>
              <a:gd name="connsiteY9" fmla="*/ 4322456 h 4569673"/>
              <a:gd name="connsiteX10" fmla="*/ 1864670 w 2111887"/>
              <a:gd name="connsiteY10" fmla="*/ 4569673 h 4569673"/>
              <a:gd name="connsiteX11" fmla="*/ 247217 w 2111887"/>
              <a:gd name="connsiteY11" fmla="*/ 4569673 h 4569673"/>
              <a:gd name="connsiteX12" fmla="*/ 0 w 2111887"/>
              <a:gd name="connsiteY12" fmla="*/ 4322456 h 4569673"/>
              <a:gd name="connsiteX13" fmla="*/ 0 w 2111887"/>
              <a:gd name="connsiteY13" fmla="*/ 273465 h 4569673"/>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3712 w 2111887"/>
              <a:gd name="connsiteY3" fmla="*/ 120011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8474 w 2111887"/>
              <a:gd name="connsiteY3" fmla="*/ 122393 h 4570568"/>
              <a:gd name="connsiteX4" fmla="*/ 1055662 w 2111887"/>
              <a:gd name="connsiteY4" fmla="*/ 127155 h 4570568"/>
              <a:gd name="connsiteX5" fmla="*/ 1453331 w 2111887"/>
              <a:gd name="connsiteY5" fmla="*/ 122393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4360 h 4570568"/>
              <a:gd name="connsiteX1" fmla="*/ 235311 w 2111887"/>
              <a:gd name="connsiteY1" fmla="*/ 15237 h 4570568"/>
              <a:gd name="connsiteX2" fmla="*/ 579412 w 2111887"/>
              <a:gd name="connsiteY2" fmla="*/ 10475 h 4570568"/>
              <a:gd name="connsiteX3" fmla="*/ 698474 w 2111887"/>
              <a:gd name="connsiteY3" fmla="*/ 122393 h 4570568"/>
              <a:gd name="connsiteX4" fmla="*/ 1055662 w 2111887"/>
              <a:gd name="connsiteY4" fmla="*/ 127155 h 4570568"/>
              <a:gd name="connsiteX5" fmla="*/ 1427138 w 2111887"/>
              <a:gd name="connsiteY5" fmla="*/ 124774 h 4570568"/>
              <a:gd name="connsiteX6" fmla="*/ 1520006 w 2111887"/>
              <a:gd name="connsiteY6" fmla="*/ 15237 h 4570568"/>
              <a:gd name="connsiteX7" fmla="*/ 1888482 w 2111887"/>
              <a:gd name="connsiteY7" fmla="*/ 24762 h 4570568"/>
              <a:gd name="connsiteX8" fmla="*/ 2111887 w 2111887"/>
              <a:gd name="connsiteY8" fmla="*/ 274360 h 4570568"/>
              <a:gd name="connsiteX9" fmla="*/ 2111887 w 2111887"/>
              <a:gd name="connsiteY9" fmla="*/ 4323351 h 4570568"/>
              <a:gd name="connsiteX10" fmla="*/ 1864670 w 2111887"/>
              <a:gd name="connsiteY10" fmla="*/ 4570568 h 4570568"/>
              <a:gd name="connsiteX11" fmla="*/ 247217 w 2111887"/>
              <a:gd name="connsiteY11" fmla="*/ 4570568 h 4570568"/>
              <a:gd name="connsiteX12" fmla="*/ 0 w 2111887"/>
              <a:gd name="connsiteY12" fmla="*/ 4323351 h 4570568"/>
              <a:gd name="connsiteX13" fmla="*/ 0 w 2111887"/>
              <a:gd name="connsiteY13" fmla="*/ 274360 h 4570568"/>
              <a:gd name="connsiteX0" fmla="*/ 0 w 2111887"/>
              <a:gd name="connsiteY0" fmla="*/ 275652 h 4571860"/>
              <a:gd name="connsiteX1" fmla="*/ 235311 w 2111887"/>
              <a:gd name="connsiteY1" fmla="*/ 16529 h 4571860"/>
              <a:gd name="connsiteX2" fmla="*/ 579412 w 2111887"/>
              <a:gd name="connsiteY2" fmla="*/ 11767 h 4571860"/>
              <a:gd name="connsiteX3" fmla="*/ 698474 w 2111887"/>
              <a:gd name="connsiteY3" fmla="*/ 123685 h 4571860"/>
              <a:gd name="connsiteX4" fmla="*/ 1055662 w 2111887"/>
              <a:gd name="connsiteY4" fmla="*/ 128447 h 4571860"/>
              <a:gd name="connsiteX5" fmla="*/ 1427138 w 2111887"/>
              <a:gd name="connsiteY5" fmla="*/ 126066 h 4571860"/>
              <a:gd name="connsiteX6" fmla="*/ 1520006 w 2111887"/>
              <a:gd name="connsiteY6" fmla="*/ 11766 h 4571860"/>
              <a:gd name="connsiteX7" fmla="*/ 1888482 w 2111887"/>
              <a:gd name="connsiteY7" fmla="*/ 26054 h 4571860"/>
              <a:gd name="connsiteX8" fmla="*/ 2111887 w 2111887"/>
              <a:gd name="connsiteY8" fmla="*/ 275652 h 4571860"/>
              <a:gd name="connsiteX9" fmla="*/ 2111887 w 2111887"/>
              <a:gd name="connsiteY9" fmla="*/ 4324643 h 4571860"/>
              <a:gd name="connsiteX10" fmla="*/ 1864670 w 2111887"/>
              <a:gd name="connsiteY10" fmla="*/ 4571860 h 4571860"/>
              <a:gd name="connsiteX11" fmla="*/ 247217 w 2111887"/>
              <a:gd name="connsiteY11" fmla="*/ 4571860 h 4571860"/>
              <a:gd name="connsiteX12" fmla="*/ 0 w 2111887"/>
              <a:gd name="connsiteY12" fmla="*/ 4324643 h 4571860"/>
              <a:gd name="connsiteX13" fmla="*/ 0 w 2111887"/>
              <a:gd name="connsiteY13" fmla="*/ 275652 h 4571860"/>
              <a:gd name="connsiteX0" fmla="*/ 0 w 2111887"/>
              <a:gd name="connsiteY0" fmla="*/ 277724 h 4573932"/>
              <a:gd name="connsiteX1" fmla="*/ 235311 w 2111887"/>
              <a:gd name="connsiteY1" fmla="*/ 18601 h 4573932"/>
              <a:gd name="connsiteX2" fmla="*/ 579412 w 2111887"/>
              <a:gd name="connsiteY2" fmla="*/ 13839 h 4573932"/>
              <a:gd name="connsiteX3" fmla="*/ 698474 w 2111887"/>
              <a:gd name="connsiteY3" fmla="*/ 125757 h 4573932"/>
              <a:gd name="connsiteX4" fmla="*/ 1055662 w 2111887"/>
              <a:gd name="connsiteY4" fmla="*/ 130519 h 4573932"/>
              <a:gd name="connsiteX5" fmla="*/ 1427138 w 2111887"/>
              <a:gd name="connsiteY5" fmla="*/ 128138 h 4573932"/>
              <a:gd name="connsiteX6" fmla="*/ 1520006 w 2111887"/>
              <a:gd name="connsiteY6" fmla="*/ 13838 h 4573932"/>
              <a:gd name="connsiteX7" fmla="*/ 1895626 w 2111887"/>
              <a:gd name="connsiteY7" fmla="*/ 23364 h 4573932"/>
              <a:gd name="connsiteX8" fmla="*/ 2111887 w 2111887"/>
              <a:gd name="connsiteY8" fmla="*/ 277724 h 4573932"/>
              <a:gd name="connsiteX9" fmla="*/ 2111887 w 2111887"/>
              <a:gd name="connsiteY9" fmla="*/ 4326715 h 4573932"/>
              <a:gd name="connsiteX10" fmla="*/ 1864670 w 2111887"/>
              <a:gd name="connsiteY10" fmla="*/ 4573932 h 4573932"/>
              <a:gd name="connsiteX11" fmla="*/ 247217 w 2111887"/>
              <a:gd name="connsiteY11" fmla="*/ 4573932 h 4573932"/>
              <a:gd name="connsiteX12" fmla="*/ 0 w 2111887"/>
              <a:gd name="connsiteY12" fmla="*/ 4326715 h 4573932"/>
              <a:gd name="connsiteX13" fmla="*/ 0 w 2111887"/>
              <a:gd name="connsiteY13" fmla="*/ 277724 h 4573932"/>
              <a:gd name="connsiteX0" fmla="*/ 0 w 2111887"/>
              <a:gd name="connsiteY0" fmla="*/ 277724 h 4573932"/>
              <a:gd name="connsiteX1" fmla="*/ 235311 w 2111887"/>
              <a:gd name="connsiteY1" fmla="*/ 18601 h 4573932"/>
              <a:gd name="connsiteX2" fmla="*/ 579412 w 2111887"/>
              <a:gd name="connsiteY2" fmla="*/ 13839 h 4573932"/>
              <a:gd name="connsiteX3" fmla="*/ 762768 w 2111887"/>
              <a:gd name="connsiteY3" fmla="*/ 28126 h 4573932"/>
              <a:gd name="connsiteX4" fmla="*/ 1055662 w 2111887"/>
              <a:gd name="connsiteY4" fmla="*/ 130519 h 4573932"/>
              <a:gd name="connsiteX5" fmla="*/ 1427138 w 2111887"/>
              <a:gd name="connsiteY5" fmla="*/ 128138 h 4573932"/>
              <a:gd name="connsiteX6" fmla="*/ 1520006 w 2111887"/>
              <a:gd name="connsiteY6" fmla="*/ 13838 h 4573932"/>
              <a:gd name="connsiteX7" fmla="*/ 1895626 w 2111887"/>
              <a:gd name="connsiteY7" fmla="*/ 23364 h 4573932"/>
              <a:gd name="connsiteX8" fmla="*/ 2111887 w 2111887"/>
              <a:gd name="connsiteY8" fmla="*/ 277724 h 4573932"/>
              <a:gd name="connsiteX9" fmla="*/ 2111887 w 2111887"/>
              <a:gd name="connsiteY9" fmla="*/ 4326715 h 4573932"/>
              <a:gd name="connsiteX10" fmla="*/ 1864670 w 2111887"/>
              <a:gd name="connsiteY10" fmla="*/ 4573932 h 4573932"/>
              <a:gd name="connsiteX11" fmla="*/ 247217 w 2111887"/>
              <a:gd name="connsiteY11" fmla="*/ 4573932 h 4573932"/>
              <a:gd name="connsiteX12" fmla="*/ 0 w 2111887"/>
              <a:gd name="connsiteY12" fmla="*/ 4326715 h 4573932"/>
              <a:gd name="connsiteX13" fmla="*/ 0 w 2111887"/>
              <a:gd name="connsiteY13" fmla="*/ 277724 h 4573932"/>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055662 w 2111887"/>
              <a:gd name="connsiteY4" fmla="*/ 124792 h 4568205"/>
              <a:gd name="connsiteX5" fmla="*/ 1272357 w 2111887"/>
              <a:gd name="connsiteY5" fmla="*/ 22398 h 4568205"/>
              <a:gd name="connsiteX6" fmla="*/ 1520006 w 2111887"/>
              <a:gd name="connsiteY6" fmla="*/ 8111 h 4568205"/>
              <a:gd name="connsiteX7" fmla="*/ 1895626 w 2111887"/>
              <a:gd name="connsiteY7" fmla="*/ 17637 h 4568205"/>
              <a:gd name="connsiteX8" fmla="*/ 2111887 w 2111887"/>
              <a:gd name="connsiteY8" fmla="*/ 271997 h 4568205"/>
              <a:gd name="connsiteX9" fmla="*/ 2111887 w 2111887"/>
              <a:gd name="connsiteY9" fmla="*/ 4320988 h 4568205"/>
              <a:gd name="connsiteX10" fmla="*/ 1864670 w 2111887"/>
              <a:gd name="connsiteY10" fmla="*/ 4568205 h 4568205"/>
              <a:gd name="connsiteX11" fmla="*/ 247217 w 2111887"/>
              <a:gd name="connsiteY11" fmla="*/ 4568205 h 4568205"/>
              <a:gd name="connsiteX12" fmla="*/ 0 w 2111887"/>
              <a:gd name="connsiteY12" fmla="*/ 4320988 h 4568205"/>
              <a:gd name="connsiteX13" fmla="*/ 0 w 2111887"/>
              <a:gd name="connsiteY13" fmla="*/ 271997 h 4568205"/>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046137 w 2111887"/>
              <a:gd name="connsiteY4" fmla="*/ 15255 h 4568205"/>
              <a:gd name="connsiteX5" fmla="*/ 1272357 w 2111887"/>
              <a:gd name="connsiteY5" fmla="*/ 22398 h 4568205"/>
              <a:gd name="connsiteX6" fmla="*/ 1520006 w 2111887"/>
              <a:gd name="connsiteY6" fmla="*/ 8111 h 4568205"/>
              <a:gd name="connsiteX7" fmla="*/ 1895626 w 2111887"/>
              <a:gd name="connsiteY7" fmla="*/ 17637 h 4568205"/>
              <a:gd name="connsiteX8" fmla="*/ 2111887 w 2111887"/>
              <a:gd name="connsiteY8" fmla="*/ 271997 h 4568205"/>
              <a:gd name="connsiteX9" fmla="*/ 2111887 w 2111887"/>
              <a:gd name="connsiteY9" fmla="*/ 4320988 h 4568205"/>
              <a:gd name="connsiteX10" fmla="*/ 1864670 w 2111887"/>
              <a:gd name="connsiteY10" fmla="*/ 4568205 h 4568205"/>
              <a:gd name="connsiteX11" fmla="*/ 247217 w 2111887"/>
              <a:gd name="connsiteY11" fmla="*/ 4568205 h 4568205"/>
              <a:gd name="connsiteX12" fmla="*/ 0 w 2111887"/>
              <a:gd name="connsiteY12" fmla="*/ 4320988 h 4568205"/>
              <a:gd name="connsiteX13" fmla="*/ 0 w 2111887"/>
              <a:gd name="connsiteY13" fmla="*/ 271997 h 4568205"/>
              <a:gd name="connsiteX0" fmla="*/ 0 w 2111887"/>
              <a:gd name="connsiteY0" fmla="*/ 271997 h 4568205"/>
              <a:gd name="connsiteX1" fmla="*/ 235311 w 2111887"/>
              <a:gd name="connsiteY1" fmla="*/ 12874 h 4568205"/>
              <a:gd name="connsiteX2" fmla="*/ 579412 w 2111887"/>
              <a:gd name="connsiteY2" fmla="*/ 8112 h 4568205"/>
              <a:gd name="connsiteX3" fmla="*/ 762768 w 2111887"/>
              <a:gd name="connsiteY3" fmla="*/ 22399 h 4568205"/>
              <a:gd name="connsiteX4" fmla="*/ 1272357 w 2111887"/>
              <a:gd name="connsiteY4" fmla="*/ 22398 h 4568205"/>
              <a:gd name="connsiteX5" fmla="*/ 1520006 w 2111887"/>
              <a:gd name="connsiteY5" fmla="*/ 8111 h 4568205"/>
              <a:gd name="connsiteX6" fmla="*/ 1895626 w 2111887"/>
              <a:gd name="connsiteY6" fmla="*/ 17637 h 4568205"/>
              <a:gd name="connsiteX7" fmla="*/ 2111887 w 2111887"/>
              <a:gd name="connsiteY7" fmla="*/ 271997 h 4568205"/>
              <a:gd name="connsiteX8" fmla="*/ 2111887 w 2111887"/>
              <a:gd name="connsiteY8" fmla="*/ 4320988 h 4568205"/>
              <a:gd name="connsiteX9" fmla="*/ 1864670 w 2111887"/>
              <a:gd name="connsiteY9" fmla="*/ 4568205 h 4568205"/>
              <a:gd name="connsiteX10" fmla="*/ 247217 w 2111887"/>
              <a:gd name="connsiteY10" fmla="*/ 4568205 h 4568205"/>
              <a:gd name="connsiteX11" fmla="*/ 0 w 2111887"/>
              <a:gd name="connsiteY11" fmla="*/ 4320988 h 4568205"/>
              <a:gd name="connsiteX12" fmla="*/ 0 w 2111887"/>
              <a:gd name="connsiteY12" fmla="*/ 271997 h 4568205"/>
              <a:gd name="connsiteX0" fmla="*/ 0 w 2111887"/>
              <a:gd name="connsiteY0" fmla="*/ 275715 h 4571923"/>
              <a:gd name="connsiteX1" fmla="*/ 235311 w 2111887"/>
              <a:gd name="connsiteY1" fmla="*/ 16592 h 4571923"/>
              <a:gd name="connsiteX2" fmla="*/ 762768 w 2111887"/>
              <a:gd name="connsiteY2" fmla="*/ 26117 h 4571923"/>
              <a:gd name="connsiteX3" fmla="*/ 1272357 w 2111887"/>
              <a:gd name="connsiteY3" fmla="*/ 26116 h 4571923"/>
              <a:gd name="connsiteX4" fmla="*/ 1520006 w 2111887"/>
              <a:gd name="connsiteY4" fmla="*/ 11829 h 4571923"/>
              <a:gd name="connsiteX5" fmla="*/ 1895626 w 2111887"/>
              <a:gd name="connsiteY5" fmla="*/ 21355 h 4571923"/>
              <a:gd name="connsiteX6" fmla="*/ 2111887 w 2111887"/>
              <a:gd name="connsiteY6" fmla="*/ 275715 h 4571923"/>
              <a:gd name="connsiteX7" fmla="*/ 2111887 w 2111887"/>
              <a:gd name="connsiteY7" fmla="*/ 4324706 h 4571923"/>
              <a:gd name="connsiteX8" fmla="*/ 1864670 w 2111887"/>
              <a:gd name="connsiteY8" fmla="*/ 4571923 h 4571923"/>
              <a:gd name="connsiteX9" fmla="*/ 247217 w 2111887"/>
              <a:gd name="connsiteY9" fmla="*/ 4571923 h 4571923"/>
              <a:gd name="connsiteX10" fmla="*/ 0 w 2111887"/>
              <a:gd name="connsiteY10" fmla="*/ 4324706 h 4571923"/>
              <a:gd name="connsiteX11" fmla="*/ 0 w 2111887"/>
              <a:gd name="connsiteY11" fmla="*/ 275715 h 4571923"/>
              <a:gd name="connsiteX0" fmla="*/ 0 w 2111887"/>
              <a:gd name="connsiteY0" fmla="*/ 275289 h 4571497"/>
              <a:gd name="connsiteX1" fmla="*/ 235311 w 2111887"/>
              <a:gd name="connsiteY1" fmla="*/ 16166 h 4571497"/>
              <a:gd name="connsiteX2" fmla="*/ 1272357 w 2111887"/>
              <a:gd name="connsiteY2" fmla="*/ 25690 h 4571497"/>
              <a:gd name="connsiteX3" fmla="*/ 1520006 w 2111887"/>
              <a:gd name="connsiteY3" fmla="*/ 11403 h 4571497"/>
              <a:gd name="connsiteX4" fmla="*/ 1895626 w 2111887"/>
              <a:gd name="connsiteY4" fmla="*/ 20929 h 4571497"/>
              <a:gd name="connsiteX5" fmla="*/ 2111887 w 2111887"/>
              <a:gd name="connsiteY5" fmla="*/ 275289 h 4571497"/>
              <a:gd name="connsiteX6" fmla="*/ 2111887 w 2111887"/>
              <a:gd name="connsiteY6" fmla="*/ 4324280 h 4571497"/>
              <a:gd name="connsiteX7" fmla="*/ 1864670 w 2111887"/>
              <a:gd name="connsiteY7" fmla="*/ 4571497 h 4571497"/>
              <a:gd name="connsiteX8" fmla="*/ 247217 w 2111887"/>
              <a:gd name="connsiteY8" fmla="*/ 4571497 h 4571497"/>
              <a:gd name="connsiteX9" fmla="*/ 0 w 2111887"/>
              <a:gd name="connsiteY9" fmla="*/ 4324280 h 4571497"/>
              <a:gd name="connsiteX10" fmla="*/ 0 w 2111887"/>
              <a:gd name="connsiteY10" fmla="*/ 275289 h 4571497"/>
              <a:gd name="connsiteX0" fmla="*/ 0 w 2111887"/>
              <a:gd name="connsiteY0" fmla="*/ 280184 h 4576392"/>
              <a:gd name="connsiteX1" fmla="*/ 235311 w 2111887"/>
              <a:gd name="connsiteY1" fmla="*/ 21061 h 4576392"/>
              <a:gd name="connsiteX2" fmla="*/ 1520006 w 2111887"/>
              <a:gd name="connsiteY2" fmla="*/ 16298 h 4576392"/>
              <a:gd name="connsiteX3" fmla="*/ 1895626 w 2111887"/>
              <a:gd name="connsiteY3" fmla="*/ 25824 h 4576392"/>
              <a:gd name="connsiteX4" fmla="*/ 2111887 w 2111887"/>
              <a:gd name="connsiteY4" fmla="*/ 280184 h 4576392"/>
              <a:gd name="connsiteX5" fmla="*/ 2111887 w 2111887"/>
              <a:gd name="connsiteY5" fmla="*/ 4329175 h 4576392"/>
              <a:gd name="connsiteX6" fmla="*/ 1864670 w 2111887"/>
              <a:gd name="connsiteY6" fmla="*/ 4576392 h 4576392"/>
              <a:gd name="connsiteX7" fmla="*/ 247217 w 2111887"/>
              <a:gd name="connsiteY7" fmla="*/ 4576392 h 4576392"/>
              <a:gd name="connsiteX8" fmla="*/ 0 w 2111887"/>
              <a:gd name="connsiteY8" fmla="*/ 4329175 h 4576392"/>
              <a:gd name="connsiteX9" fmla="*/ 0 w 2111887"/>
              <a:gd name="connsiteY9" fmla="*/ 280184 h 4576392"/>
              <a:gd name="connsiteX0" fmla="*/ 0 w 2111887"/>
              <a:gd name="connsiteY0" fmla="*/ 288917 h 4585125"/>
              <a:gd name="connsiteX1" fmla="*/ 235311 w 2111887"/>
              <a:gd name="connsiteY1" fmla="*/ 29794 h 4585125"/>
              <a:gd name="connsiteX2" fmla="*/ 1895626 w 2111887"/>
              <a:gd name="connsiteY2" fmla="*/ 34557 h 4585125"/>
              <a:gd name="connsiteX3" fmla="*/ 2111887 w 2111887"/>
              <a:gd name="connsiteY3" fmla="*/ 288917 h 4585125"/>
              <a:gd name="connsiteX4" fmla="*/ 2111887 w 2111887"/>
              <a:gd name="connsiteY4" fmla="*/ 4337908 h 4585125"/>
              <a:gd name="connsiteX5" fmla="*/ 1864670 w 2111887"/>
              <a:gd name="connsiteY5" fmla="*/ 4585125 h 4585125"/>
              <a:gd name="connsiteX6" fmla="*/ 247217 w 2111887"/>
              <a:gd name="connsiteY6" fmla="*/ 4585125 h 4585125"/>
              <a:gd name="connsiteX7" fmla="*/ 0 w 2111887"/>
              <a:gd name="connsiteY7" fmla="*/ 4337908 h 4585125"/>
              <a:gd name="connsiteX8" fmla="*/ 0 w 2111887"/>
              <a:gd name="connsiteY8" fmla="*/ 288917 h 4585125"/>
              <a:gd name="connsiteX0" fmla="*/ 0 w 2111887"/>
              <a:gd name="connsiteY0" fmla="*/ 316063 h 4612271"/>
              <a:gd name="connsiteX1" fmla="*/ 235311 w 2111887"/>
              <a:gd name="connsiteY1" fmla="*/ 56940 h 4612271"/>
              <a:gd name="connsiteX2" fmla="*/ 1888483 w 2111887"/>
              <a:gd name="connsiteY2" fmla="*/ 18841 h 4612271"/>
              <a:gd name="connsiteX3" fmla="*/ 2111887 w 2111887"/>
              <a:gd name="connsiteY3" fmla="*/ 316063 h 4612271"/>
              <a:gd name="connsiteX4" fmla="*/ 2111887 w 2111887"/>
              <a:gd name="connsiteY4" fmla="*/ 4365054 h 4612271"/>
              <a:gd name="connsiteX5" fmla="*/ 1864670 w 2111887"/>
              <a:gd name="connsiteY5" fmla="*/ 4612271 h 4612271"/>
              <a:gd name="connsiteX6" fmla="*/ 247217 w 2111887"/>
              <a:gd name="connsiteY6" fmla="*/ 4612271 h 4612271"/>
              <a:gd name="connsiteX7" fmla="*/ 0 w 2111887"/>
              <a:gd name="connsiteY7" fmla="*/ 4365054 h 4612271"/>
              <a:gd name="connsiteX8" fmla="*/ 0 w 2111887"/>
              <a:gd name="connsiteY8" fmla="*/ 316063 h 4612271"/>
              <a:gd name="connsiteX0" fmla="*/ 0 w 2111887"/>
              <a:gd name="connsiteY0" fmla="*/ 327050 h 4623258"/>
              <a:gd name="connsiteX1" fmla="*/ 223404 w 2111887"/>
              <a:gd name="connsiteY1" fmla="*/ 34589 h 4623258"/>
              <a:gd name="connsiteX2" fmla="*/ 1888483 w 2111887"/>
              <a:gd name="connsiteY2" fmla="*/ 29828 h 4623258"/>
              <a:gd name="connsiteX3" fmla="*/ 2111887 w 2111887"/>
              <a:gd name="connsiteY3" fmla="*/ 327050 h 4623258"/>
              <a:gd name="connsiteX4" fmla="*/ 2111887 w 2111887"/>
              <a:gd name="connsiteY4" fmla="*/ 4376041 h 4623258"/>
              <a:gd name="connsiteX5" fmla="*/ 1864670 w 2111887"/>
              <a:gd name="connsiteY5" fmla="*/ 4623258 h 4623258"/>
              <a:gd name="connsiteX6" fmla="*/ 247217 w 2111887"/>
              <a:gd name="connsiteY6" fmla="*/ 4623258 h 4623258"/>
              <a:gd name="connsiteX7" fmla="*/ 0 w 2111887"/>
              <a:gd name="connsiteY7" fmla="*/ 4376041 h 4623258"/>
              <a:gd name="connsiteX8" fmla="*/ 0 w 2111887"/>
              <a:gd name="connsiteY8" fmla="*/ 327050 h 4623258"/>
              <a:gd name="connsiteX0" fmla="*/ 0 w 2111887"/>
              <a:gd name="connsiteY0" fmla="*/ 318359 h 4614567"/>
              <a:gd name="connsiteX1" fmla="*/ 223404 w 2111887"/>
              <a:gd name="connsiteY1" fmla="*/ 25898 h 4614567"/>
              <a:gd name="connsiteX2" fmla="*/ 1888483 w 2111887"/>
              <a:gd name="connsiteY2" fmla="*/ 21137 h 4614567"/>
              <a:gd name="connsiteX3" fmla="*/ 2111887 w 2111887"/>
              <a:gd name="connsiteY3" fmla="*/ 318359 h 4614567"/>
              <a:gd name="connsiteX4" fmla="*/ 2111887 w 2111887"/>
              <a:gd name="connsiteY4" fmla="*/ 4367350 h 4614567"/>
              <a:gd name="connsiteX5" fmla="*/ 1864670 w 2111887"/>
              <a:gd name="connsiteY5" fmla="*/ 4614567 h 4614567"/>
              <a:gd name="connsiteX6" fmla="*/ 247217 w 2111887"/>
              <a:gd name="connsiteY6" fmla="*/ 4614567 h 4614567"/>
              <a:gd name="connsiteX7" fmla="*/ 0 w 2111887"/>
              <a:gd name="connsiteY7" fmla="*/ 4367350 h 4614567"/>
              <a:gd name="connsiteX8" fmla="*/ 0 w 2111887"/>
              <a:gd name="connsiteY8" fmla="*/ 318359 h 4614567"/>
              <a:gd name="connsiteX0" fmla="*/ 0 w 2111887"/>
              <a:gd name="connsiteY0" fmla="*/ 308933 h 4605141"/>
              <a:gd name="connsiteX1" fmla="*/ 223404 w 2111887"/>
              <a:gd name="connsiteY1" fmla="*/ 16472 h 4605141"/>
              <a:gd name="connsiteX2" fmla="*/ 1888483 w 2111887"/>
              <a:gd name="connsiteY2" fmla="*/ 11711 h 4605141"/>
              <a:gd name="connsiteX3" fmla="*/ 2111887 w 2111887"/>
              <a:gd name="connsiteY3" fmla="*/ 308933 h 4605141"/>
              <a:gd name="connsiteX4" fmla="*/ 2111887 w 2111887"/>
              <a:gd name="connsiteY4" fmla="*/ 4357924 h 4605141"/>
              <a:gd name="connsiteX5" fmla="*/ 1864670 w 2111887"/>
              <a:gd name="connsiteY5" fmla="*/ 4605141 h 4605141"/>
              <a:gd name="connsiteX6" fmla="*/ 247217 w 2111887"/>
              <a:gd name="connsiteY6" fmla="*/ 4605141 h 4605141"/>
              <a:gd name="connsiteX7" fmla="*/ 0 w 2111887"/>
              <a:gd name="connsiteY7" fmla="*/ 4357924 h 4605141"/>
              <a:gd name="connsiteX8" fmla="*/ 0 w 2111887"/>
              <a:gd name="connsiteY8" fmla="*/ 308933 h 4605141"/>
              <a:gd name="connsiteX0" fmla="*/ 0 w 2111887"/>
              <a:gd name="connsiteY0" fmla="*/ 308933 h 4605141"/>
              <a:gd name="connsiteX1" fmla="*/ 223404 w 2111887"/>
              <a:gd name="connsiteY1" fmla="*/ 16472 h 4605141"/>
              <a:gd name="connsiteX2" fmla="*/ 1888483 w 2111887"/>
              <a:gd name="connsiteY2" fmla="*/ 11711 h 4605141"/>
              <a:gd name="connsiteX3" fmla="*/ 2111887 w 2111887"/>
              <a:gd name="connsiteY3" fmla="*/ 308933 h 4605141"/>
              <a:gd name="connsiteX4" fmla="*/ 2111887 w 2111887"/>
              <a:gd name="connsiteY4" fmla="*/ 4357924 h 4605141"/>
              <a:gd name="connsiteX5" fmla="*/ 1864670 w 2111887"/>
              <a:gd name="connsiteY5" fmla="*/ 4605141 h 4605141"/>
              <a:gd name="connsiteX6" fmla="*/ 247217 w 2111887"/>
              <a:gd name="connsiteY6" fmla="*/ 4605141 h 4605141"/>
              <a:gd name="connsiteX7" fmla="*/ 0 w 2111887"/>
              <a:gd name="connsiteY7" fmla="*/ 4357924 h 4605141"/>
              <a:gd name="connsiteX8" fmla="*/ 0 w 2111887"/>
              <a:gd name="connsiteY8" fmla="*/ 308933 h 4605141"/>
              <a:gd name="connsiteX0" fmla="*/ 0 w 2119031"/>
              <a:gd name="connsiteY0" fmla="*/ 292265 h 4605141"/>
              <a:gd name="connsiteX1" fmla="*/ 230548 w 2119031"/>
              <a:gd name="connsiteY1" fmla="*/ 16472 h 4605141"/>
              <a:gd name="connsiteX2" fmla="*/ 1895627 w 2119031"/>
              <a:gd name="connsiteY2" fmla="*/ 11711 h 4605141"/>
              <a:gd name="connsiteX3" fmla="*/ 2119031 w 2119031"/>
              <a:gd name="connsiteY3" fmla="*/ 308933 h 4605141"/>
              <a:gd name="connsiteX4" fmla="*/ 2119031 w 2119031"/>
              <a:gd name="connsiteY4" fmla="*/ 4357924 h 4605141"/>
              <a:gd name="connsiteX5" fmla="*/ 1871814 w 2119031"/>
              <a:gd name="connsiteY5" fmla="*/ 4605141 h 4605141"/>
              <a:gd name="connsiteX6" fmla="*/ 254361 w 2119031"/>
              <a:gd name="connsiteY6" fmla="*/ 4605141 h 4605141"/>
              <a:gd name="connsiteX7" fmla="*/ 7144 w 2119031"/>
              <a:gd name="connsiteY7" fmla="*/ 4357924 h 4605141"/>
              <a:gd name="connsiteX8" fmla="*/ 0 w 2119031"/>
              <a:gd name="connsiteY8" fmla="*/ 292265 h 4605141"/>
              <a:gd name="connsiteX0" fmla="*/ 0 w 2128556"/>
              <a:gd name="connsiteY0" fmla="*/ 292265 h 4605141"/>
              <a:gd name="connsiteX1" fmla="*/ 230548 w 2128556"/>
              <a:gd name="connsiteY1" fmla="*/ 16472 h 4605141"/>
              <a:gd name="connsiteX2" fmla="*/ 1895627 w 2128556"/>
              <a:gd name="connsiteY2" fmla="*/ 11711 h 4605141"/>
              <a:gd name="connsiteX3" fmla="*/ 2128556 w 2128556"/>
              <a:gd name="connsiteY3" fmla="*/ 297027 h 4605141"/>
              <a:gd name="connsiteX4" fmla="*/ 2119031 w 2128556"/>
              <a:gd name="connsiteY4" fmla="*/ 4357924 h 4605141"/>
              <a:gd name="connsiteX5" fmla="*/ 1871814 w 2128556"/>
              <a:gd name="connsiteY5" fmla="*/ 4605141 h 4605141"/>
              <a:gd name="connsiteX6" fmla="*/ 254361 w 2128556"/>
              <a:gd name="connsiteY6" fmla="*/ 4605141 h 4605141"/>
              <a:gd name="connsiteX7" fmla="*/ 7144 w 2128556"/>
              <a:gd name="connsiteY7" fmla="*/ 4357924 h 4605141"/>
              <a:gd name="connsiteX8" fmla="*/ 0 w 2128556"/>
              <a:gd name="connsiteY8" fmla="*/ 292265 h 4605141"/>
              <a:gd name="connsiteX0" fmla="*/ 0 w 2128556"/>
              <a:gd name="connsiteY0" fmla="*/ 292265 h 4605141"/>
              <a:gd name="connsiteX1" fmla="*/ 230548 w 2128556"/>
              <a:gd name="connsiteY1" fmla="*/ 16472 h 4605141"/>
              <a:gd name="connsiteX2" fmla="*/ 1895627 w 2128556"/>
              <a:gd name="connsiteY2" fmla="*/ 11711 h 4605141"/>
              <a:gd name="connsiteX3" fmla="*/ 2128556 w 2128556"/>
              <a:gd name="connsiteY3" fmla="*/ 297027 h 4605141"/>
              <a:gd name="connsiteX4" fmla="*/ 2128556 w 2128556"/>
              <a:gd name="connsiteY4" fmla="*/ 4360305 h 4605141"/>
              <a:gd name="connsiteX5" fmla="*/ 1871814 w 2128556"/>
              <a:gd name="connsiteY5" fmla="*/ 4605141 h 4605141"/>
              <a:gd name="connsiteX6" fmla="*/ 254361 w 2128556"/>
              <a:gd name="connsiteY6" fmla="*/ 4605141 h 4605141"/>
              <a:gd name="connsiteX7" fmla="*/ 7144 w 2128556"/>
              <a:gd name="connsiteY7" fmla="*/ 4357924 h 4605141"/>
              <a:gd name="connsiteX8" fmla="*/ 0 w 2128556"/>
              <a:gd name="connsiteY8" fmla="*/ 292265 h 4605141"/>
              <a:gd name="connsiteX0" fmla="*/ 0 w 2128556"/>
              <a:gd name="connsiteY0" fmla="*/ 292265 h 4626572"/>
              <a:gd name="connsiteX1" fmla="*/ 230548 w 2128556"/>
              <a:gd name="connsiteY1" fmla="*/ 16472 h 4626572"/>
              <a:gd name="connsiteX2" fmla="*/ 1895627 w 2128556"/>
              <a:gd name="connsiteY2" fmla="*/ 11711 h 4626572"/>
              <a:gd name="connsiteX3" fmla="*/ 2128556 w 2128556"/>
              <a:gd name="connsiteY3" fmla="*/ 297027 h 4626572"/>
              <a:gd name="connsiteX4" fmla="*/ 2128556 w 2128556"/>
              <a:gd name="connsiteY4" fmla="*/ 4360305 h 4626572"/>
              <a:gd name="connsiteX5" fmla="*/ 1867051 w 2128556"/>
              <a:gd name="connsiteY5" fmla="*/ 4626572 h 4626572"/>
              <a:gd name="connsiteX6" fmla="*/ 254361 w 2128556"/>
              <a:gd name="connsiteY6" fmla="*/ 4605141 h 4626572"/>
              <a:gd name="connsiteX7" fmla="*/ 7144 w 2128556"/>
              <a:gd name="connsiteY7" fmla="*/ 4357924 h 4626572"/>
              <a:gd name="connsiteX8" fmla="*/ 0 w 2128556"/>
              <a:gd name="connsiteY8" fmla="*/ 292265 h 4626572"/>
              <a:gd name="connsiteX0" fmla="*/ 0 w 2128556"/>
              <a:gd name="connsiteY0" fmla="*/ 292265 h 4626572"/>
              <a:gd name="connsiteX1" fmla="*/ 230548 w 2128556"/>
              <a:gd name="connsiteY1" fmla="*/ 16472 h 4626572"/>
              <a:gd name="connsiteX2" fmla="*/ 1895627 w 2128556"/>
              <a:gd name="connsiteY2" fmla="*/ 11711 h 4626572"/>
              <a:gd name="connsiteX3" fmla="*/ 2128556 w 2128556"/>
              <a:gd name="connsiteY3" fmla="*/ 297027 h 4626572"/>
              <a:gd name="connsiteX4" fmla="*/ 2128556 w 2128556"/>
              <a:gd name="connsiteY4" fmla="*/ 4360305 h 4626572"/>
              <a:gd name="connsiteX5" fmla="*/ 1867051 w 2128556"/>
              <a:gd name="connsiteY5" fmla="*/ 4626572 h 4626572"/>
              <a:gd name="connsiteX6" fmla="*/ 254361 w 2128556"/>
              <a:gd name="connsiteY6" fmla="*/ 4624191 h 4626572"/>
              <a:gd name="connsiteX7" fmla="*/ 7144 w 2128556"/>
              <a:gd name="connsiteY7" fmla="*/ 4357924 h 4626572"/>
              <a:gd name="connsiteX8" fmla="*/ 0 w 2128556"/>
              <a:gd name="connsiteY8" fmla="*/ 292265 h 4626572"/>
              <a:gd name="connsiteX0" fmla="*/ 2874 w 2131430"/>
              <a:gd name="connsiteY0" fmla="*/ 292265 h 4626572"/>
              <a:gd name="connsiteX1" fmla="*/ 233422 w 2131430"/>
              <a:gd name="connsiteY1" fmla="*/ 16472 h 4626572"/>
              <a:gd name="connsiteX2" fmla="*/ 1898501 w 2131430"/>
              <a:gd name="connsiteY2" fmla="*/ 11711 h 4626572"/>
              <a:gd name="connsiteX3" fmla="*/ 2131430 w 2131430"/>
              <a:gd name="connsiteY3" fmla="*/ 297027 h 4626572"/>
              <a:gd name="connsiteX4" fmla="*/ 2131430 w 2131430"/>
              <a:gd name="connsiteY4" fmla="*/ 4360305 h 4626572"/>
              <a:gd name="connsiteX5" fmla="*/ 1869925 w 2131430"/>
              <a:gd name="connsiteY5" fmla="*/ 4626572 h 4626572"/>
              <a:gd name="connsiteX6" fmla="*/ 257235 w 2131430"/>
              <a:gd name="connsiteY6" fmla="*/ 4624191 h 4626572"/>
              <a:gd name="connsiteX7" fmla="*/ 493 w 2131430"/>
              <a:gd name="connsiteY7" fmla="*/ 4357924 h 4626572"/>
              <a:gd name="connsiteX8" fmla="*/ 2874 w 2131430"/>
              <a:gd name="connsiteY8" fmla="*/ 292265 h 4626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31430" h="4626572">
                <a:moveTo>
                  <a:pt x="2874" y="292265"/>
                </a:moveTo>
                <a:cubicBezTo>
                  <a:pt x="2874" y="155731"/>
                  <a:pt x="101650" y="18853"/>
                  <a:pt x="233422" y="16472"/>
                </a:cubicBezTo>
                <a:cubicBezTo>
                  <a:pt x="556504" y="2654"/>
                  <a:pt x="1580975" y="-10045"/>
                  <a:pt x="1898501" y="11711"/>
                </a:cubicBezTo>
                <a:cubicBezTo>
                  <a:pt x="2042179" y="21236"/>
                  <a:pt x="2131430" y="160493"/>
                  <a:pt x="2131430" y="297027"/>
                </a:cubicBezTo>
                <a:lnTo>
                  <a:pt x="2131430" y="4360305"/>
                </a:lnTo>
                <a:cubicBezTo>
                  <a:pt x="2131430" y="4496839"/>
                  <a:pt x="2006459" y="4626572"/>
                  <a:pt x="1869925" y="4626572"/>
                </a:cubicBezTo>
                <a:lnTo>
                  <a:pt x="257235" y="4624191"/>
                </a:lnTo>
                <a:cubicBezTo>
                  <a:pt x="120701" y="4624191"/>
                  <a:pt x="493" y="4494458"/>
                  <a:pt x="493" y="4357924"/>
                </a:cubicBezTo>
                <a:cubicBezTo>
                  <a:pt x="-1888" y="3002704"/>
                  <a:pt x="5255" y="1647485"/>
                  <a:pt x="2874" y="292265"/>
                </a:cubicBezTo>
                <a:close/>
              </a:path>
            </a:pathLst>
          </a:custGeom>
          <a:blipFill>
            <a:blip r:embed="rId6"/>
            <a:stretch>
              <a:fillRect/>
            </a:stretch>
          </a:blipFill>
        </p:spPr>
        <p:txBody>
          <a:bodyPr anchor="ctr" anchorCtr="0"/>
          <a:lstStyle>
            <a:lvl1pPr marL="0" indent="0" algn="ctr">
              <a:buNone/>
              <a:defRPr/>
            </a:lvl1pPr>
          </a:lstStyle>
          <a:p>
            <a:r>
              <a:rPr lang="en-US"/>
              <a:t> </a:t>
            </a:r>
          </a:p>
        </p:txBody>
      </p:sp>
    </p:spTree>
    <p:extLst>
      <p:ext uri="{BB962C8B-B14F-4D97-AF65-F5344CB8AC3E}">
        <p14:creationId xmlns:p14="http://schemas.microsoft.com/office/powerpoint/2010/main" val="32363081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500"/>
                                        <p:tgtEl>
                                          <p:spTgt spid="27"/>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28">
                                            <p:txEl>
                                              <p:pRg st="0" end="0"/>
                                            </p:txEl>
                                          </p:spTgt>
                                        </p:tgtEl>
                                        <p:attrNameLst>
                                          <p:attrName>style.visibility</p:attrName>
                                        </p:attrNameLst>
                                      </p:cBhvr>
                                      <p:to>
                                        <p:strVal val="visible"/>
                                      </p:to>
                                    </p:set>
                                    <p:animEffect transition="in" filter="wipe(left)">
                                      <p:cBhvr>
                                        <p:cTn id="11" dur="500"/>
                                        <p:tgtEl>
                                          <p:spTgt spid="2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8" grpId="0" build="p">
        <p:tmplLst>
          <p:tmpl lvl="1">
            <p:tnLst>
              <p:par>
                <p:cTn presetID="22" presetClass="entr" presetSubtype="8" fill="hold" nodeType="afterEffect">
                  <p:stCondLst>
                    <p:cond delay="0"/>
                  </p:stCondLst>
                  <p:childTnLst>
                    <p:set>
                      <p:cBhvr>
                        <p:cTn dur="1" fill="hold">
                          <p:stCondLst>
                            <p:cond delay="0"/>
                          </p:stCondLst>
                        </p:cTn>
                        <p:tgtEl>
                          <p:spTgt spid="28"/>
                        </p:tgtEl>
                        <p:attrNameLst>
                          <p:attrName>style.visibility</p:attrName>
                        </p:attrNameLst>
                      </p:cBhvr>
                      <p:to>
                        <p:strVal val="visible"/>
                      </p:to>
                    </p:set>
                    <p:animEffect transition="in" filter="wipe(left)">
                      <p:cBhvr>
                        <p:cTn dur="500"/>
                        <p:tgtEl>
                          <p:spTgt spid="28"/>
                        </p:tgtEl>
                      </p:cBhvr>
                    </p:animEffect>
                  </p:childTnLst>
                </p:cTn>
              </p:par>
            </p:tnLst>
          </p:tmpl>
        </p:tmplLst>
      </p:bldP>
    </p:bld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75000"/>
                  </a:schemeClr>
                </a:solidFill>
                <a:latin typeface="K2D" panose="00000500000000000000" pitchFamily="2" charset="-34"/>
              </a:defRPr>
            </a:lvl1pPr>
          </a:lstStyle>
          <a:p>
            <a:fld id="{00D1CE85-AA59-46D7-98F4-301D80B40614}" type="datetimeFigureOut">
              <a:rPr lang="en-US" smtClean="0"/>
              <a:pPr/>
              <a:t>29-Nov-25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K2D" panose="00000500000000000000" pitchFamily="2" charset="-34"/>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75000"/>
                  </a:schemeClr>
                </a:solidFill>
                <a:latin typeface="K2D" panose="00000500000000000000" pitchFamily="2" charset="-34"/>
              </a:defRPr>
            </a:lvl1pPr>
          </a:lstStyle>
          <a:p>
            <a:fld id="{B9B05A01-6F48-4D1A-BEA9-613C8F70D2DA}" type="slidenum">
              <a:rPr lang="en-US" smtClean="0"/>
              <a:pPr/>
              <a:t>‹#›</a:t>
            </a:fld>
            <a:endParaRPr lang="en-US"/>
          </a:p>
        </p:txBody>
      </p:sp>
    </p:spTree>
    <p:extLst>
      <p:ext uri="{BB962C8B-B14F-4D97-AF65-F5344CB8AC3E}">
        <p14:creationId xmlns:p14="http://schemas.microsoft.com/office/powerpoint/2010/main" val="1103704578"/>
      </p:ext>
    </p:extLst>
  </p:cSld>
  <p:clrMap bg1="lt1" tx1="dk1" bg2="lt2" tx2="dk2" accent1="accent1" accent2="accent2" accent3="accent3" accent4="accent4" accent5="accent5" accent6="accent6" hlink="hlink" folHlink="folHlink"/>
  <p:sldLayoutIdLst>
    <p:sldLayoutId id="2147483650" r:id="rId1"/>
    <p:sldLayoutId id="2147483680" r:id="rId2"/>
    <p:sldLayoutId id="2147483679" r:id="rId3"/>
    <p:sldLayoutId id="2147483652" r:id="rId4"/>
    <p:sldLayoutId id="2147483653" r:id="rId5"/>
    <p:sldLayoutId id="2147483654" r:id="rId6"/>
    <p:sldLayoutId id="2147483677" r:id="rId7"/>
    <p:sldLayoutId id="2147483655" r:id="rId8"/>
    <p:sldLayoutId id="2147483656" r:id="rId9"/>
    <p:sldLayoutId id="2147483657" r:id="rId10"/>
    <p:sldLayoutId id="2147483678" r:id="rId11"/>
    <p:sldLayoutId id="2147483658" r:id="rId12"/>
    <p:sldLayoutId id="2147483659" r:id="rId13"/>
    <p:sldLayoutId id="2147483660" r:id="rId14"/>
    <p:sldLayoutId id="2147483661" r:id="rId15"/>
    <p:sldLayoutId id="2147483663" r:id="rId16"/>
    <p:sldLayoutId id="2147483666" r:id="rId17"/>
    <p:sldLayoutId id="2147483674" r:id="rId18"/>
    <p:sldLayoutId id="2147483673" r:id="rId19"/>
    <p:sldLayoutId id="2147483675" r:id="rId20"/>
    <p:sldLayoutId id="2147483676" r:id="rId21"/>
    <p:sldLayoutId id="2147483664" r:id="rId22"/>
    <p:sldLayoutId id="2147483665" r:id="rId23"/>
    <p:sldLayoutId id="2147483667" r:id="rId24"/>
    <p:sldLayoutId id="2147483668" r:id="rId25"/>
    <p:sldLayoutId id="2147483669" r:id="rId26"/>
    <p:sldLayoutId id="2147483670" r:id="rId27"/>
    <p:sldLayoutId id="2147483671" r:id="rId28"/>
    <p:sldLayoutId id="2147483672" r:id="rId29"/>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914400" rtl="0" eaLnBrk="1" latinLnBrk="0" hangingPunct="1">
        <a:lnSpc>
          <a:spcPct val="90000"/>
        </a:lnSpc>
        <a:spcBef>
          <a:spcPct val="0"/>
        </a:spcBef>
        <a:buNone/>
        <a:defRPr sz="4400" b="0" i="0" kern="1200">
          <a:solidFill>
            <a:schemeClr val="tx1"/>
          </a:solidFill>
          <a:latin typeface="K2D" panose="00000500000000000000" pitchFamily="2" charset="-34"/>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Readex Pro" pitchFamily="2" charset="-78"/>
          <a:ea typeface="+mn-ea"/>
          <a:cs typeface="Readex Pro" pitchFamily="2" charset="-78"/>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Readex Pro" pitchFamily="2" charset="-78"/>
          <a:ea typeface="+mn-ea"/>
          <a:cs typeface="Readex Pro" pitchFamily="2" charset="-78"/>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Readex Pro" pitchFamily="2" charset="-78"/>
          <a:ea typeface="+mn-ea"/>
          <a:cs typeface="Readex Pro" pitchFamily="2" charset="-78"/>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Readex Pro" pitchFamily="2" charset="-78"/>
          <a:ea typeface="+mn-ea"/>
          <a:cs typeface="Readex Pro" pitchFamily="2" charset="-78"/>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Readex Pro" pitchFamily="2" charset="-78"/>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slideLayout" Target="../slideLayouts/slideLayout6.xml"/><Relationship Id="rId1" Type="http://schemas.openxmlformats.org/officeDocument/2006/relationships/video" Target="https://www.youtube.com/embed/xA6CL3KkzPw?feature=oembed" TargetMode="Externa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59C82-E165-4291-296C-0B6D296854DE}"/>
              </a:ext>
            </a:extLst>
          </p:cNvPr>
          <p:cNvSpPr>
            <a:spLocks noGrp="1"/>
          </p:cNvSpPr>
          <p:nvPr>
            <p:ph type="ctrTitle"/>
          </p:nvPr>
        </p:nvSpPr>
        <p:spPr>
          <a:xfrm>
            <a:off x="493144" y="1692142"/>
            <a:ext cx="11205713" cy="1855310"/>
          </a:xfrm>
        </p:spPr>
        <p:txBody>
          <a:bodyPr/>
          <a:lstStyle/>
          <a:p>
            <a:r>
              <a:rPr lang="en-US" dirty="0" err="1"/>
              <a:t>Dự</a:t>
            </a:r>
            <a:r>
              <a:rPr lang="en-US" dirty="0"/>
              <a:t> </a:t>
            </a:r>
            <a:r>
              <a:rPr lang="en-US" dirty="0" err="1"/>
              <a:t>án</a:t>
            </a:r>
            <a:r>
              <a:rPr lang="en-US" dirty="0"/>
              <a:t> 2:</a:t>
            </a:r>
            <a:br>
              <a:rPr lang="en-US" dirty="0"/>
            </a:br>
            <a:r>
              <a:rPr lang="en-US" dirty="0" err="1"/>
              <a:t>Phân</a:t>
            </a:r>
            <a:r>
              <a:rPr lang="en-US" dirty="0"/>
              <a:t> </a:t>
            </a:r>
            <a:r>
              <a:rPr lang="en-US" dirty="0" err="1"/>
              <a:t>tích</a:t>
            </a:r>
            <a:r>
              <a:rPr lang="en-US" dirty="0"/>
              <a:t> so </a:t>
            </a:r>
            <a:r>
              <a:rPr lang="en-US" dirty="0" err="1"/>
              <a:t>sánh</a:t>
            </a:r>
            <a:r>
              <a:rPr lang="en-US" dirty="0"/>
              <a:t> </a:t>
            </a:r>
            <a:r>
              <a:rPr lang="en-US" dirty="0" err="1"/>
              <a:t>các</a:t>
            </a:r>
            <a:r>
              <a:rPr lang="en-US" dirty="0"/>
              <a:t> </a:t>
            </a:r>
            <a:r>
              <a:rPr lang="en-US" dirty="0" err="1"/>
              <a:t>công</a:t>
            </a:r>
            <a:r>
              <a:rPr lang="en-US" dirty="0"/>
              <a:t> </a:t>
            </a:r>
            <a:r>
              <a:rPr lang="en-US" dirty="0" err="1"/>
              <a:t>cụ</a:t>
            </a:r>
            <a:r>
              <a:rPr lang="en-US" dirty="0"/>
              <a:t> CNTT</a:t>
            </a:r>
          </a:p>
        </p:txBody>
      </p:sp>
      <p:sp>
        <p:nvSpPr>
          <p:cNvPr id="3" name="Subtitle 2">
            <a:extLst>
              <a:ext uri="{FF2B5EF4-FFF2-40B4-BE49-F238E27FC236}">
                <a16:creationId xmlns:a16="http://schemas.microsoft.com/office/drawing/2014/main" id="{D1AB227C-F72B-0A3A-1BA0-B974084F3559}"/>
              </a:ext>
            </a:extLst>
          </p:cNvPr>
          <p:cNvSpPr>
            <a:spLocks noGrp="1"/>
          </p:cNvSpPr>
          <p:nvPr>
            <p:ph type="subTitle" idx="1"/>
          </p:nvPr>
        </p:nvSpPr>
        <p:spPr>
          <a:xfrm>
            <a:off x="493144" y="3603098"/>
            <a:ext cx="11205713" cy="1036706"/>
          </a:xfrm>
        </p:spPr>
        <p:txBody>
          <a:bodyPr/>
          <a:lstStyle/>
          <a:p>
            <a:r>
              <a:rPr lang="en-US" dirty="0" err="1"/>
              <a:t>Chủ</a:t>
            </a:r>
            <a:r>
              <a:rPr lang="en-US" dirty="0"/>
              <a:t> </a:t>
            </a:r>
            <a:r>
              <a:rPr lang="en-US" dirty="0" err="1"/>
              <a:t>đề</a:t>
            </a:r>
            <a:r>
              <a:rPr lang="en-US" dirty="0"/>
              <a:t>: Chatbot AI (ChatGPT, Gemini, Grok)</a:t>
            </a:r>
          </a:p>
        </p:txBody>
      </p:sp>
      <p:sp>
        <p:nvSpPr>
          <p:cNvPr id="4" name="Text Placeholder 3">
            <a:extLst>
              <a:ext uri="{FF2B5EF4-FFF2-40B4-BE49-F238E27FC236}">
                <a16:creationId xmlns:a16="http://schemas.microsoft.com/office/drawing/2014/main" id="{22A2249C-51C8-C10F-ACF3-9A8B868F97F6}"/>
              </a:ext>
            </a:extLst>
          </p:cNvPr>
          <p:cNvSpPr>
            <a:spLocks noGrp="1"/>
          </p:cNvSpPr>
          <p:nvPr>
            <p:ph type="body" sz="quarter" idx="12"/>
          </p:nvPr>
        </p:nvSpPr>
        <p:spPr>
          <a:xfrm>
            <a:off x="2404930" y="4919795"/>
            <a:ext cx="2716984" cy="492125"/>
          </a:xfrm>
        </p:spPr>
        <p:txBody>
          <a:bodyPr/>
          <a:lstStyle/>
          <a:p>
            <a:r>
              <a:rPr lang="en-US" sz="1800" dirty="0"/>
              <a:t>Sinh </a:t>
            </a:r>
            <a:r>
              <a:rPr lang="en-US" sz="1800" dirty="0" err="1"/>
              <a:t>viên</a:t>
            </a:r>
            <a:r>
              <a:rPr lang="en-US" sz="1800" dirty="0"/>
              <a:t> </a:t>
            </a:r>
            <a:r>
              <a:rPr lang="en-US" sz="1800" dirty="0" err="1"/>
              <a:t>thực</a:t>
            </a:r>
            <a:r>
              <a:rPr lang="en-US" sz="1800" dirty="0"/>
              <a:t> </a:t>
            </a:r>
            <a:r>
              <a:rPr lang="en-US" sz="1800" dirty="0" err="1"/>
              <a:t>hiện</a:t>
            </a:r>
            <a:r>
              <a:rPr lang="en-US" sz="1800" dirty="0"/>
              <a:t>:  </a:t>
            </a:r>
          </a:p>
        </p:txBody>
      </p:sp>
      <p:sp>
        <p:nvSpPr>
          <p:cNvPr id="6" name="Text Placeholder 3">
            <a:extLst>
              <a:ext uri="{FF2B5EF4-FFF2-40B4-BE49-F238E27FC236}">
                <a16:creationId xmlns:a16="http://schemas.microsoft.com/office/drawing/2014/main" id="{DD76CC92-F00E-D37C-BF9D-48B70B8BD315}"/>
              </a:ext>
            </a:extLst>
          </p:cNvPr>
          <p:cNvSpPr txBox="1">
            <a:spLocks/>
          </p:cNvSpPr>
          <p:nvPr/>
        </p:nvSpPr>
        <p:spPr>
          <a:xfrm>
            <a:off x="4984569" y="4919793"/>
            <a:ext cx="2838950" cy="154947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000" b="0" i="0" kern="1200" baseline="0">
                <a:solidFill>
                  <a:srgbClr val="00AFEF"/>
                </a:solidFill>
                <a:latin typeface="Readex Pro" pitchFamily="2" charset="-78"/>
                <a:ea typeface="+mn-ea"/>
                <a:cs typeface="Readex Pro" pitchFamily="2" charset="-78"/>
              </a:defRPr>
            </a:lvl1pPr>
            <a:lvl2pPr marL="457200" indent="0" algn="l" defTabSz="914400" rtl="0" eaLnBrk="1" latinLnBrk="0" hangingPunct="1">
              <a:lnSpc>
                <a:spcPct val="90000"/>
              </a:lnSpc>
              <a:spcBef>
                <a:spcPts val="500"/>
              </a:spcBef>
              <a:buFont typeface="Arial" panose="020B0604020202020204" pitchFamily="34" charset="0"/>
              <a:buNone/>
              <a:defRPr sz="1400" b="0" i="0" kern="1200">
                <a:solidFill>
                  <a:schemeClr val="bg1"/>
                </a:solidFill>
                <a:latin typeface="Barlow" panose="00000500000000000000" pitchFamily="2" charset="0"/>
                <a:ea typeface="+mn-ea"/>
                <a:cs typeface="Readex Pro" pitchFamily="2" charset="-78"/>
              </a:defRPr>
            </a:lvl2pPr>
            <a:lvl3pPr marL="914400" indent="0" algn="l" defTabSz="914400" rtl="0" eaLnBrk="1" latinLnBrk="0" hangingPunct="1">
              <a:lnSpc>
                <a:spcPct val="90000"/>
              </a:lnSpc>
              <a:spcBef>
                <a:spcPts val="500"/>
              </a:spcBef>
              <a:buFont typeface="Arial" panose="020B0604020202020204" pitchFamily="34" charset="0"/>
              <a:buNone/>
              <a:defRPr sz="1200" b="0" i="0" kern="1200">
                <a:solidFill>
                  <a:schemeClr val="bg1"/>
                </a:solidFill>
                <a:latin typeface="Barlow" panose="00000500000000000000" pitchFamily="2" charset="0"/>
                <a:ea typeface="+mn-ea"/>
                <a:cs typeface="Readex Pro" pitchFamily="2" charset="-78"/>
              </a:defRPr>
            </a:lvl3pPr>
            <a:lvl4pPr marL="1371600" indent="0" algn="l" defTabSz="914400" rtl="0" eaLnBrk="1" latinLnBrk="0" hangingPunct="1">
              <a:lnSpc>
                <a:spcPct val="90000"/>
              </a:lnSpc>
              <a:spcBef>
                <a:spcPts val="500"/>
              </a:spcBef>
              <a:buFont typeface="Arial" panose="020B0604020202020204" pitchFamily="34" charset="0"/>
              <a:buNone/>
              <a:defRPr sz="1100" b="0" i="0" kern="1200">
                <a:solidFill>
                  <a:schemeClr val="bg1"/>
                </a:solidFill>
                <a:latin typeface="Barlow" panose="00000500000000000000" pitchFamily="2" charset="0"/>
                <a:ea typeface="+mn-ea"/>
                <a:cs typeface="Readex Pro" pitchFamily="2" charset="-78"/>
              </a:defRPr>
            </a:lvl4pPr>
            <a:lvl5pPr marL="1828800" indent="0" algn="l" defTabSz="914400" rtl="0" eaLnBrk="1" latinLnBrk="0" hangingPunct="1">
              <a:lnSpc>
                <a:spcPct val="90000"/>
              </a:lnSpc>
              <a:spcBef>
                <a:spcPts val="500"/>
              </a:spcBef>
              <a:buFont typeface="Arial" panose="020B0604020202020204" pitchFamily="34" charset="0"/>
              <a:buNone/>
              <a:defRPr sz="1100" b="0" i="0" kern="1200">
                <a:solidFill>
                  <a:schemeClr val="bg1"/>
                </a:solidFill>
                <a:latin typeface="Barlow" panose="00000500000000000000" pitchFamily="2" charset="0"/>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sz="1800" dirty="0"/>
              <a:t>Lê </a:t>
            </a:r>
            <a:r>
              <a:rPr lang="en-US" sz="1800" dirty="0" err="1"/>
              <a:t>Trần</a:t>
            </a:r>
            <a:r>
              <a:rPr lang="en-US" sz="1800" dirty="0"/>
              <a:t> Hoàng Long</a:t>
            </a:r>
          </a:p>
          <a:p>
            <a:pPr algn="l"/>
            <a:r>
              <a:rPr lang="en-US" sz="1800" dirty="0"/>
              <a:t>Nguyễn Phúc </a:t>
            </a:r>
            <a:r>
              <a:rPr lang="en-US" sz="1800" dirty="0" err="1"/>
              <a:t>Lộc</a:t>
            </a:r>
            <a:r>
              <a:rPr lang="en-US" sz="1800" dirty="0"/>
              <a:t>           </a:t>
            </a:r>
          </a:p>
          <a:p>
            <a:pPr algn="l"/>
            <a:r>
              <a:rPr lang="en-US" sz="1800" dirty="0" err="1"/>
              <a:t>Đỗ</a:t>
            </a:r>
            <a:r>
              <a:rPr lang="en-US" sz="1800" dirty="0"/>
              <a:t> Thị Thảo My               </a:t>
            </a:r>
          </a:p>
          <a:p>
            <a:pPr algn="l"/>
            <a:r>
              <a:rPr lang="en-US" sz="1800" dirty="0"/>
              <a:t>Quách Huỳnh My            </a:t>
            </a:r>
          </a:p>
        </p:txBody>
      </p:sp>
      <p:sp>
        <p:nvSpPr>
          <p:cNvPr id="8" name="Text Placeholder 3">
            <a:extLst>
              <a:ext uri="{FF2B5EF4-FFF2-40B4-BE49-F238E27FC236}">
                <a16:creationId xmlns:a16="http://schemas.microsoft.com/office/drawing/2014/main" id="{7FE24AC6-8145-940A-3A4E-EB313EC99F86}"/>
              </a:ext>
            </a:extLst>
          </p:cNvPr>
          <p:cNvSpPr txBox="1">
            <a:spLocks/>
          </p:cNvSpPr>
          <p:nvPr/>
        </p:nvSpPr>
        <p:spPr>
          <a:xfrm>
            <a:off x="7070088" y="4919792"/>
            <a:ext cx="1887166" cy="154947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000" b="0" i="0" kern="1200" baseline="0">
                <a:solidFill>
                  <a:srgbClr val="00AFEF"/>
                </a:solidFill>
                <a:latin typeface="Readex Pro" pitchFamily="2" charset="-78"/>
                <a:ea typeface="+mn-ea"/>
                <a:cs typeface="Readex Pro" pitchFamily="2" charset="-78"/>
              </a:defRPr>
            </a:lvl1pPr>
            <a:lvl2pPr marL="457200" indent="0" algn="l" defTabSz="914400" rtl="0" eaLnBrk="1" latinLnBrk="0" hangingPunct="1">
              <a:lnSpc>
                <a:spcPct val="90000"/>
              </a:lnSpc>
              <a:spcBef>
                <a:spcPts val="500"/>
              </a:spcBef>
              <a:buFont typeface="Arial" panose="020B0604020202020204" pitchFamily="34" charset="0"/>
              <a:buNone/>
              <a:defRPr sz="1400" b="0" i="0" kern="1200">
                <a:solidFill>
                  <a:schemeClr val="bg1"/>
                </a:solidFill>
                <a:latin typeface="Barlow" panose="00000500000000000000" pitchFamily="2" charset="0"/>
                <a:ea typeface="+mn-ea"/>
                <a:cs typeface="Readex Pro" pitchFamily="2" charset="-78"/>
              </a:defRPr>
            </a:lvl2pPr>
            <a:lvl3pPr marL="914400" indent="0" algn="l" defTabSz="914400" rtl="0" eaLnBrk="1" latinLnBrk="0" hangingPunct="1">
              <a:lnSpc>
                <a:spcPct val="90000"/>
              </a:lnSpc>
              <a:spcBef>
                <a:spcPts val="500"/>
              </a:spcBef>
              <a:buFont typeface="Arial" panose="020B0604020202020204" pitchFamily="34" charset="0"/>
              <a:buNone/>
              <a:defRPr sz="1200" b="0" i="0" kern="1200">
                <a:solidFill>
                  <a:schemeClr val="bg1"/>
                </a:solidFill>
                <a:latin typeface="Barlow" panose="00000500000000000000" pitchFamily="2" charset="0"/>
                <a:ea typeface="+mn-ea"/>
                <a:cs typeface="Readex Pro" pitchFamily="2" charset="-78"/>
              </a:defRPr>
            </a:lvl3pPr>
            <a:lvl4pPr marL="1371600" indent="0" algn="l" defTabSz="914400" rtl="0" eaLnBrk="1" latinLnBrk="0" hangingPunct="1">
              <a:lnSpc>
                <a:spcPct val="90000"/>
              </a:lnSpc>
              <a:spcBef>
                <a:spcPts val="500"/>
              </a:spcBef>
              <a:buFont typeface="Arial" panose="020B0604020202020204" pitchFamily="34" charset="0"/>
              <a:buNone/>
              <a:defRPr sz="1100" b="0" i="0" kern="1200">
                <a:solidFill>
                  <a:schemeClr val="bg1"/>
                </a:solidFill>
                <a:latin typeface="Barlow" panose="00000500000000000000" pitchFamily="2" charset="0"/>
                <a:ea typeface="+mn-ea"/>
                <a:cs typeface="Readex Pro" pitchFamily="2" charset="-78"/>
              </a:defRPr>
            </a:lvl4pPr>
            <a:lvl5pPr marL="1828800" indent="0" algn="l" defTabSz="914400" rtl="0" eaLnBrk="1" latinLnBrk="0" hangingPunct="1">
              <a:lnSpc>
                <a:spcPct val="90000"/>
              </a:lnSpc>
              <a:spcBef>
                <a:spcPts val="500"/>
              </a:spcBef>
              <a:buFont typeface="Arial" panose="020B0604020202020204" pitchFamily="34" charset="0"/>
              <a:buNone/>
              <a:defRPr sz="1100" b="0" i="0" kern="1200">
                <a:solidFill>
                  <a:schemeClr val="bg1"/>
                </a:solidFill>
                <a:latin typeface="Barlow" panose="00000500000000000000" pitchFamily="2" charset="0"/>
                <a:ea typeface="+mn-ea"/>
                <a:cs typeface="Readex Pro"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B2505841</a:t>
            </a:r>
          </a:p>
          <a:p>
            <a:r>
              <a:rPr lang="en-US" sz="1800" dirty="0"/>
              <a:t>B2505842</a:t>
            </a:r>
          </a:p>
          <a:p>
            <a:r>
              <a:rPr lang="en-US" sz="1800" dirty="0"/>
              <a:t>B2505843</a:t>
            </a:r>
          </a:p>
          <a:p>
            <a:r>
              <a:rPr lang="en-US" sz="1800" dirty="0"/>
              <a:t>B2505844</a:t>
            </a:r>
          </a:p>
        </p:txBody>
      </p:sp>
    </p:spTree>
    <p:extLst>
      <p:ext uri="{BB962C8B-B14F-4D97-AF65-F5344CB8AC3E}">
        <p14:creationId xmlns:p14="http://schemas.microsoft.com/office/powerpoint/2010/main" val="731403071"/>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E1C98C-59A6-490B-83BD-EE1E10A5BA9A}"/>
              </a:ext>
            </a:extLst>
          </p:cNvPr>
          <p:cNvSpPr>
            <a:spLocks noGrp="1"/>
          </p:cNvSpPr>
          <p:nvPr>
            <p:ph type="title"/>
          </p:nvPr>
        </p:nvSpPr>
        <p:spPr/>
        <p:txBody>
          <a:bodyPr>
            <a:normAutofit/>
          </a:bodyPr>
          <a:lstStyle/>
          <a:p>
            <a:r>
              <a:rPr lang="en-US" sz="4400" dirty="0" err="1"/>
              <a:t>Mục</a:t>
            </a:r>
            <a:r>
              <a:rPr lang="en-US" sz="4400" dirty="0"/>
              <a:t> </a:t>
            </a:r>
            <a:r>
              <a:rPr lang="en-US" sz="4400" dirty="0" err="1"/>
              <a:t>lục</a:t>
            </a:r>
            <a:endParaRPr lang="en-US" sz="4400" dirty="0"/>
          </a:p>
        </p:txBody>
      </p:sp>
      <p:sp>
        <p:nvSpPr>
          <p:cNvPr id="3" name="Content Placeholder 2">
            <a:extLst>
              <a:ext uri="{FF2B5EF4-FFF2-40B4-BE49-F238E27FC236}">
                <a16:creationId xmlns:a16="http://schemas.microsoft.com/office/drawing/2014/main" id="{E48B3A4D-EB59-4245-BACF-15AE3A78BA4E}"/>
              </a:ext>
            </a:extLst>
          </p:cNvPr>
          <p:cNvSpPr>
            <a:spLocks noGrp="1"/>
          </p:cNvSpPr>
          <p:nvPr>
            <p:ph idx="1"/>
          </p:nvPr>
        </p:nvSpPr>
        <p:spPr/>
        <p:txBody>
          <a:bodyPr>
            <a:normAutofit/>
          </a:bodyPr>
          <a:lstStyle/>
          <a:p>
            <a:pPr algn="l">
              <a:lnSpc>
                <a:spcPct val="90000"/>
              </a:lnSpc>
              <a:spcBef>
                <a:spcPts val="1000"/>
              </a:spcBef>
            </a:pPr>
            <a:r>
              <a:rPr lang="en-US" sz="3600" dirty="0">
                <a:solidFill>
                  <a:srgbClr val="00AFEF"/>
                </a:solidFill>
              </a:rPr>
              <a:t>1. </a:t>
            </a:r>
            <a:r>
              <a:rPr lang="en-US" sz="3600" dirty="0" err="1">
                <a:solidFill>
                  <a:srgbClr val="00AFEF"/>
                </a:solidFill>
              </a:rPr>
              <a:t>Tổng</a:t>
            </a:r>
            <a:r>
              <a:rPr lang="en-US" sz="3600" dirty="0">
                <a:solidFill>
                  <a:srgbClr val="00AFEF"/>
                </a:solidFill>
              </a:rPr>
              <a:t> </a:t>
            </a:r>
            <a:r>
              <a:rPr lang="en-US" sz="3600" dirty="0" err="1">
                <a:solidFill>
                  <a:srgbClr val="00AFEF"/>
                </a:solidFill>
              </a:rPr>
              <a:t>quan</a:t>
            </a:r>
            <a:endParaRPr lang="en-US" sz="3600" dirty="0">
              <a:solidFill>
                <a:srgbClr val="00AFEF"/>
              </a:solidFill>
            </a:endParaRPr>
          </a:p>
          <a:p>
            <a:pPr algn="l">
              <a:lnSpc>
                <a:spcPct val="90000"/>
              </a:lnSpc>
              <a:spcBef>
                <a:spcPts val="1000"/>
              </a:spcBef>
            </a:pPr>
            <a:r>
              <a:rPr lang="en-US" sz="3600" dirty="0">
                <a:solidFill>
                  <a:srgbClr val="00AFEF"/>
                </a:solidFill>
              </a:rPr>
              <a:t>2. </a:t>
            </a:r>
            <a:r>
              <a:rPr lang="en-US" sz="3600" dirty="0" err="1">
                <a:solidFill>
                  <a:srgbClr val="00AFEF"/>
                </a:solidFill>
              </a:rPr>
              <a:t>Lịch</a:t>
            </a:r>
            <a:r>
              <a:rPr lang="en-US" sz="3600" dirty="0">
                <a:solidFill>
                  <a:srgbClr val="00AFEF"/>
                </a:solidFill>
              </a:rPr>
              <a:t> </a:t>
            </a:r>
            <a:r>
              <a:rPr lang="en-US" sz="3600" dirty="0" err="1">
                <a:solidFill>
                  <a:srgbClr val="00AFEF"/>
                </a:solidFill>
              </a:rPr>
              <a:t>sử</a:t>
            </a:r>
            <a:r>
              <a:rPr lang="en-US" sz="3600" dirty="0">
                <a:solidFill>
                  <a:srgbClr val="00AFEF"/>
                </a:solidFill>
              </a:rPr>
              <a:t> </a:t>
            </a:r>
            <a:r>
              <a:rPr lang="en-US" sz="3600" dirty="0" err="1">
                <a:solidFill>
                  <a:srgbClr val="00AFEF"/>
                </a:solidFill>
              </a:rPr>
              <a:t>các</a:t>
            </a:r>
            <a:r>
              <a:rPr lang="en-US" sz="3600" dirty="0">
                <a:solidFill>
                  <a:srgbClr val="00AFEF"/>
                </a:solidFill>
              </a:rPr>
              <a:t> </a:t>
            </a:r>
            <a:r>
              <a:rPr lang="en-US" sz="3600" dirty="0" err="1">
                <a:solidFill>
                  <a:srgbClr val="00AFEF"/>
                </a:solidFill>
              </a:rPr>
              <a:t>phiên</a:t>
            </a:r>
            <a:r>
              <a:rPr lang="en-US" sz="3600" dirty="0">
                <a:solidFill>
                  <a:srgbClr val="00AFEF"/>
                </a:solidFill>
              </a:rPr>
              <a:t> </a:t>
            </a:r>
            <a:r>
              <a:rPr lang="en-US" sz="3600" dirty="0" err="1">
                <a:solidFill>
                  <a:srgbClr val="00AFEF"/>
                </a:solidFill>
              </a:rPr>
              <a:t>bản</a:t>
            </a:r>
            <a:endParaRPr lang="en-US" sz="3600" dirty="0">
              <a:solidFill>
                <a:srgbClr val="00AFEF"/>
              </a:solidFill>
            </a:endParaRPr>
          </a:p>
          <a:p>
            <a:pPr algn="l">
              <a:lnSpc>
                <a:spcPct val="90000"/>
              </a:lnSpc>
              <a:spcBef>
                <a:spcPts val="1000"/>
              </a:spcBef>
            </a:pPr>
            <a:r>
              <a:rPr lang="en-US" sz="3600" dirty="0">
                <a:solidFill>
                  <a:srgbClr val="00AFEF"/>
                </a:solidFill>
              </a:rPr>
              <a:t>3. So </a:t>
            </a:r>
            <a:r>
              <a:rPr lang="en-US" sz="3600" dirty="0" err="1">
                <a:solidFill>
                  <a:srgbClr val="00AFEF"/>
                </a:solidFill>
              </a:rPr>
              <a:t>sánh</a:t>
            </a:r>
            <a:r>
              <a:rPr lang="en-US" sz="3600" dirty="0">
                <a:solidFill>
                  <a:srgbClr val="00AFEF"/>
                </a:solidFill>
              </a:rPr>
              <a:t> </a:t>
            </a:r>
            <a:r>
              <a:rPr lang="en-US" sz="3600" dirty="0" err="1">
                <a:solidFill>
                  <a:srgbClr val="00AFEF"/>
                </a:solidFill>
              </a:rPr>
              <a:t>tính</a:t>
            </a:r>
            <a:r>
              <a:rPr lang="en-US" sz="3600" dirty="0">
                <a:solidFill>
                  <a:srgbClr val="00AFEF"/>
                </a:solidFill>
              </a:rPr>
              <a:t> </a:t>
            </a:r>
            <a:r>
              <a:rPr lang="en-US" sz="3600" dirty="0" err="1">
                <a:solidFill>
                  <a:srgbClr val="00AFEF"/>
                </a:solidFill>
              </a:rPr>
              <a:t>năng</a:t>
            </a:r>
            <a:r>
              <a:rPr lang="en-US" sz="3600" dirty="0">
                <a:solidFill>
                  <a:srgbClr val="00AFEF"/>
                </a:solidFill>
              </a:rPr>
              <a:t> </a:t>
            </a:r>
            <a:r>
              <a:rPr lang="en-US" sz="3600" dirty="0" err="1">
                <a:solidFill>
                  <a:srgbClr val="00AFEF"/>
                </a:solidFill>
              </a:rPr>
              <a:t>kỹ</a:t>
            </a:r>
            <a:r>
              <a:rPr lang="en-US" sz="3600" dirty="0">
                <a:solidFill>
                  <a:srgbClr val="00AFEF"/>
                </a:solidFill>
              </a:rPr>
              <a:t> </a:t>
            </a:r>
            <a:r>
              <a:rPr lang="en-US" sz="3600" dirty="0" err="1">
                <a:solidFill>
                  <a:srgbClr val="00AFEF"/>
                </a:solidFill>
              </a:rPr>
              <a:t>thuật</a:t>
            </a:r>
            <a:endParaRPr lang="en-US" sz="3600" dirty="0">
              <a:solidFill>
                <a:srgbClr val="00AFEF"/>
              </a:solidFill>
            </a:endParaRPr>
          </a:p>
          <a:p>
            <a:pPr algn="l">
              <a:lnSpc>
                <a:spcPct val="90000"/>
              </a:lnSpc>
              <a:spcBef>
                <a:spcPts val="1000"/>
              </a:spcBef>
            </a:pPr>
            <a:r>
              <a:rPr lang="en-US" sz="3600" dirty="0">
                <a:solidFill>
                  <a:srgbClr val="00AFEF"/>
                </a:solidFill>
              </a:rPr>
              <a:t>4. Video </a:t>
            </a:r>
            <a:r>
              <a:rPr lang="en-US" sz="3600" dirty="0" err="1">
                <a:solidFill>
                  <a:srgbClr val="00AFEF"/>
                </a:solidFill>
              </a:rPr>
              <a:t>minh</a:t>
            </a:r>
            <a:r>
              <a:rPr lang="en-US" sz="3600" dirty="0">
                <a:solidFill>
                  <a:srgbClr val="00AFEF"/>
                </a:solidFill>
              </a:rPr>
              <a:t> </a:t>
            </a:r>
            <a:r>
              <a:rPr lang="en-US" sz="3600" dirty="0" err="1">
                <a:solidFill>
                  <a:srgbClr val="00AFEF"/>
                </a:solidFill>
              </a:rPr>
              <a:t>họa</a:t>
            </a:r>
            <a:r>
              <a:rPr lang="en-US" sz="3600" dirty="0">
                <a:solidFill>
                  <a:srgbClr val="00AFEF"/>
                </a:solidFill>
              </a:rPr>
              <a:t> </a:t>
            </a:r>
            <a:r>
              <a:rPr lang="en-US" sz="3600" dirty="0" err="1">
                <a:solidFill>
                  <a:srgbClr val="00AFEF"/>
                </a:solidFill>
              </a:rPr>
              <a:t>các</a:t>
            </a:r>
            <a:r>
              <a:rPr lang="en-US" sz="3600" dirty="0">
                <a:solidFill>
                  <a:srgbClr val="00AFEF"/>
                </a:solidFill>
              </a:rPr>
              <a:t> </a:t>
            </a:r>
            <a:r>
              <a:rPr lang="en-US" sz="3600" dirty="0" err="1">
                <a:solidFill>
                  <a:srgbClr val="00AFEF"/>
                </a:solidFill>
              </a:rPr>
              <a:t>công</a:t>
            </a:r>
            <a:r>
              <a:rPr lang="en-US" sz="3600" dirty="0">
                <a:solidFill>
                  <a:srgbClr val="00AFEF"/>
                </a:solidFill>
              </a:rPr>
              <a:t> </a:t>
            </a:r>
            <a:r>
              <a:rPr lang="en-US" sz="3600" dirty="0" err="1">
                <a:solidFill>
                  <a:srgbClr val="00AFEF"/>
                </a:solidFill>
              </a:rPr>
              <a:t>cụ</a:t>
            </a:r>
            <a:r>
              <a:rPr lang="en-US" sz="3600" dirty="0">
                <a:solidFill>
                  <a:srgbClr val="00AFEF"/>
                </a:solidFill>
              </a:rPr>
              <a:t> Chatbot AI</a:t>
            </a:r>
          </a:p>
          <a:p>
            <a:pPr algn="l">
              <a:lnSpc>
                <a:spcPct val="90000"/>
              </a:lnSpc>
              <a:spcBef>
                <a:spcPts val="1000"/>
              </a:spcBef>
            </a:pPr>
            <a:r>
              <a:rPr lang="en-US" sz="3600" dirty="0">
                <a:solidFill>
                  <a:srgbClr val="00AFEF"/>
                </a:solidFill>
              </a:rPr>
              <a:t>5. </a:t>
            </a:r>
            <a:r>
              <a:rPr lang="en-US" sz="3600" dirty="0" err="1">
                <a:solidFill>
                  <a:srgbClr val="00AFEF"/>
                </a:solidFill>
              </a:rPr>
              <a:t>Những</a:t>
            </a:r>
            <a:r>
              <a:rPr lang="en-US" sz="3600" dirty="0">
                <a:solidFill>
                  <a:srgbClr val="00AFEF"/>
                </a:solidFill>
              </a:rPr>
              <a:t> </a:t>
            </a:r>
            <a:r>
              <a:rPr lang="en-US" sz="3600" dirty="0" err="1">
                <a:solidFill>
                  <a:srgbClr val="00AFEF"/>
                </a:solidFill>
              </a:rPr>
              <a:t>hiểu</a:t>
            </a:r>
            <a:r>
              <a:rPr lang="en-US" sz="3600" dirty="0">
                <a:solidFill>
                  <a:srgbClr val="00AFEF"/>
                </a:solidFill>
              </a:rPr>
              <a:t> </a:t>
            </a:r>
            <a:r>
              <a:rPr lang="en-US" sz="3600" dirty="0" err="1">
                <a:solidFill>
                  <a:srgbClr val="00AFEF"/>
                </a:solidFill>
              </a:rPr>
              <a:t>biết</a:t>
            </a:r>
            <a:r>
              <a:rPr lang="en-US" sz="3600" dirty="0">
                <a:solidFill>
                  <a:srgbClr val="00AFEF"/>
                </a:solidFill>
              </a:rPr>
              <a:t> </a:t>
            </a:r>
            <a:r>
              <a:rPr lang="en-US" sz="3600" dirty="0" err="1">
                <a:solidFill>
                  <a:srgbClr val="00AFEF"/>
                </a:solidFill>
              </a:rPr>
              <a:t>về</a:t>
            </a:r>
            <a:r>
              <a:rPr lang="en-US" sz="3600" dirty="0">
                <a:solidFill>
                  <a:srgbClr val="00AFEF"/>
                </a:solidFill>
              </a:rPr>
              <a:t> </a:t>
            </a:r>
            <a:r>
              <a:rPr lang="en-US" sz="3600" dirty="0" err="1">
                <a:solidFill>
                  <a:srgbClr val="00AFEF"/>
                </a:solidFill>
              </a:rPr>
              <a:t>bảo</a:t>
            </a:r>
            <a:r>
              <a:rPr lang="en-US" sz="3600" dirty="0">
                <a:solidFill>
                  <a:srgbClr val="00AFEF"/>
                </a:solidFill>
              </a:rPr>
              <a:t> </a:t>
            </a:r>
            <a:r>
              <a:rPr lang="en-US" sz="3600" dirty="0" err="1">
                <a:solidFill>
                  <a:srgbClr val="00AFEF"/>
                </a:solidFill>
              </a:rPr>
              <a:t>mật</a:t>
            </a:r>
            <a:endParaRPr lang="en-US" sz="3600" dirty="0">
              <a:solidFill>
                <a:srgbClr val="00AFEF"/>
              </a:solidFill>
            </a:endParaRPr>
          </a:p>
          <a:p>
            <a:endParaRPr lang="en-US" sz="3600" dirty="0"/>
          </a:p>
        </p:txBody>
      </p:sp>
    </p:spTree>
    <p:extLst>
      <p:ext uri="{BB962C8B-B14F-4D97-AF65-F5344CB8AC3E}">
        <p14:creationId xmlns:p14="http://schemas.microsoft.com/office/powerpoint/2010/main" val="27062058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FDEEE-4BCA-BC43-C79C-DFD93594219E}"/>
            </a:ext>
          </a:extLst>
        </p:cNvPr>
        <p:cNvGrpSpPr/>
        <p:nvPr/>
      </p:nvGrpSpPr>
      <p:grpSpPr>
        <a:xfrm>
          <a:off x="0" y="0"/>
          <a:ext cx="0" cy="0"/>
          <a:chOff x="0" y="0"/>
          <a:chExt cx="0" cy="0"/>
        </a:xfrm>
      </p:grpSpPr>
      <p:pic>
        <p:nvPicPr>
          <p:cNvPr id="2056" name="Picture 8" descr="Meet Gemini, Google's conversational AI chatbot - UW–⁠Madison Information  Technology">
            <a:extLst>
              <a:ext uri="{FF2B5EF4-FFF2-40B4-BE49-F238E27FC236}">
                <a16:creationId xmlns:a16="http://schemas.microsoft.com/office/drawing/2014/main" id="{F02715A1-13F6-D706-B08E-B9C84027C59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3330" t="13099" r="19987" b="24252"/>
          <a:stretch>
            <a:fillRect/>
          </a:stretch>
        </p:blipFill>
        <p:spPr bwMode="auto">
          <a:xfrm>
            <a:off x="6763256" y="2415779"/>
            <a:ext cx="3674731" cy="165576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A3A82EC-6551-149F-9098-FB72EB6F5365}"/>
              </a:ext>
            </a:extLst>
          </p:cNvPr>
          <p:cNvSpPr>
            <a:spLocks noGrp="1"/>
          </p:cNvSpPr>
          <p:nvPr>
            <p:ph type="ctrTitle"/>
          </p:nvPr>
        </p:nvSpPr>
        <p:spPr>
          <a:xfrm>
            <a:off x="1583103" y="1754139"/>
            <a:ext cx="10029565" cy="1655762"/>
          </a:xfrm>
        </p:spPr>
        <p:txBody>
          <a:bodyPr/>
          <a:lstStyle/>
          <a:p>
            <a:r>
              <a:rPr lang="en-US" dirty="0"/>
              <a:t>1. </a:t>
            </a:r>
            <a:r>
              <a:rPr lang="en-US" dirty="0" err="1"/>
              <a:t>Tổng</a:t>
            </a:r>
            <a:r>
              <a:rPr lang="en-US" dirty="0"/>
              <a:t> </a:t>
            </a:r>
            <a:r>
              <a:rPr lang="en-US" dirty="0" err="1"/>
              <a:t>quan</a:t>
            </a:r>
            <a:r>
              <a:rPr lang="en-US" dirty="0"/>
              <a:t> </a:t>
            </a:r>
          </a:p>
        </p:txBody>
      </p:sp>
      <p:sp>
        <p:nvSpPr>
          <p:cNvPr id="4" name="AutoShape 2" descr="What is ChatGPT? What parents need to know | Internet Matters">
            <a:extLst>
              <a:ext uri="{FF2B5EF4-FFF2-40B4-BE49-F238E27FC236}">
                <a16:creationId xmlns:a16="http://schemas.microsoft.com/office/drawing/2014/main" id="{E56DFD0C-7692-13F2-E6E3-163F04AD14CF}"/>
              </a:ext>
            </a:extLst>
          </p:cNvPr>
          <p:cNvSpPr>
            <a:spLocks noChangeAspect="1" noChangeArrowheads="1"/>
          </p:cNvSpPr>
          <p:nvPr/>
        </p:nvSpPr>
        <p:spPr bwMode="auto">
          <a:xfrm>
            <a:off x="5943599" y="-494489"/>
            <a:ext cx="4075889" cy="407588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85D5C52D-CA93-87E3-6FD4-4A74231E5C50}"/>
              </a:ext>
            </a:extLst>
          </p:cNvPr>
          <p:cNvPicPr>
            <a:picLocks noChangeAspect="1"/>
          </p:cNvPicPr>
          <p:nvPr/>
        </p:nvPicPr>
        <p:blipFill>
          <a:blip r:embed="rId3"/>
          <a:srcRect l="5482" t="17558" r="6108" b="18742"/>
          <a:stretch>
            <a:fillRect/>
          </a:stretch>
        </p:blipFill>
        <p:spPr>
          <a:xfrm>
            <a:off x="6797611" y="792957"/>
            <a:ext cx="4368595" cy="1655762"/>
          </a:xfrm>
          <a:prstGeom prst="rect">
            <a:avLst/>
          </a:prstGeom>
        </p:spPr>
      </p:pic>
      <p:pic>
        <p:nvPicPr>
          <p:cNvPr id="9" name="Picture 8">
            <a:extLst>
              <a:ext uri="{FF2B5EF4-FFF2-40B4-BE49-F238E27FC236}">
                <a16:creationId xmlns:a16="http://schemas.microsoft.com/office/drawing/2014/main" id="{90FBC45C-F50E-AE1A-8708-1F96B924C571}"/>
              </a:ext>
            </a:extLst>
          </p:cNvPr>
          <p:cNvPicPr>
            <a:picLocks noChangeAspect="1"/>
          </p:cNvPicPr>
          <p:nvPr/>
        </p:nvPicPr>
        <p:blipFill>
          <a:blip r:embed="rId4"/>
          <a:srcRect l="8048" t="16576" r="4232" b="15620"/>
          <a:stretch>
            <a:fillRect/>
          </a:stretch>
        </p:blipFill>
        <p:spPr>
          <a:xfrm>
            <a:off x="6914343" y="4371083"/>
            <a:ext cx="3703607" cy="1498168"/>
          </a:xfrm>
          <a:prstGeom prst="rect">
            <a:avLst/>
          </a:prstGeom>
        </p:spPr>
      </p:pic>
    </p:spTree>
    <p:extLst>
      <p:ext uri="{BB962C8B-B14F-4D97-AF65-F5344CB8AC3E}">
        <p14:creationId xmlns:p14="http://schemas.microsoft.com/office/powerpoint/2010/main" val="42372100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0039572-A6D3-1772-CFAB-F2A1B1B224E9}"/>
              </a:ext>
            </a:extLst>
          </p:cNvPr>
          <p:cNvSpPr>
            <a:spLocks noGrp="1"/>
          </p:cNvSpPr>
          <p:nvPr>
            <p:ph type="title"/>
          </p:nvPr>
        </p:nvSpPr>
        <p:spPr/>
        <p:txBody>
          <a:bodyPr/>
          <a:lstStyle/>
          <a:p>
            <a:r>
              <a:rPr lang="en-US" dirty="0"/>
              <a:t>ChatGPT (OpenAI): Người thiết lập "Hệ quy chiếu" cho ngành</a:t>
            </a:r>
          </a:p>
        </p:txBody>
      </p:sp>
      <p:sp>
        <p:nvSpPr>
          <p:cNvPr id="7" name="Content Placeholder 6">
            <a:extLst>
              <a:ext uri="{FF2B5EF4-FFF2-40B4-BE49-F238E27FC236}">
                <a16:creationId xmlns:a16="http://schemas.microsoft.com/office/drawing/2014/main" id="{2F83A620-F9ED-F033-894B-34E4DA407E84}"/>
              </a:ext>
            </a:extLst>
          </p:cNvPr>
          <p:cNvSpPr>
            <a:spLocks noGrp="1"/>
          </p:cNvSpPr>
          <p:nvPr>
            <p:ph idx="1"/>
          </p:nvPr>
        </p:nvSpPr>
        <p:spPr/>
        <p:txBody>
          <a:bodyPr>
            <a:normAutofit/>
          </a:bodyPr>
          <a:lstStyle/>
          <a:p>
            <a:pPr marL="342900" indent="-342900">
              <a:buFontTx/>
              <a:buChar char="-"/>
            </a:pPr>
            <a:r>
              <a:rPr lang="vi-VN" dirty="0"/>
              <a:t>Sự ra mắt ChatGPT ngày 30/11/2022 được xem như “thời điểm iPhone” của AI, đánh dấu bước chuyển từ nghiên cứu sang ứng dụng rộng rãi. </a:t>
            </a:r>
            <a:endParaRPr lang="en-US" dirty="0"/>
          </a:p>
          <a:p>
            <a:pPr marL="342900" indent="-342900">
              <a:buFontTx/>
              <a:buChar char="-"/>
            </a:pPr>
            <a:r>
              <a:rPr lang="vi-VN" dirty="0"/>
              <a:t>Nhờ hạ tầng đám mây mạnh mẽ từ hợp tác với Microsoft, OpenAI nhanh chóng nắm vị thế dẫn đầu trong giai đoạn đầu của kỷ nguyên AI tạo sinh.</a:t>
            </a:r>
            <a:endParaRPr lang="en-US" dirty="0"/>
          </a:p>
          <a:p>
            <a:pPr marL="342900" indent="-342900">
              <a:buFontTx/>
              <a:buChar char="-"/>
            </a:pPr>
            <a:r>
              <a:rPr lang="en-US" dirty="0"/>
              <a:t>ChatGPT </a:t>
            </a:r>
            <a:r>
              <a:rPr lang="en-US" dirty="0" err="1"/>
              <a:t>hiện</a:t>
            </a:r>
            <a:r>
              <a:rPr lang="en-US" dirty="0"/>
              <a:t> </a:t>
            </a:r>
            <a:r>
              <a:rPr lang="en-US" dirty="0" err="1"/>
              <a:t>được</a:t>
            </a:r>
            <a:r>
              <a:rPr lang="en-US" dirty="0"/>
              <a:t> </a:t>
            </a:r>
            <a:r>
              <a:rPr lang="en-US" dirty="0" err="1"/>
              <a:t>xem</a:t>
            </a:r>
            <a:r>
              <a:rPr lang="en-US" dirty="0"/>
              <a:t> </a:t>
            </a:r>
            <a:r>
              <a:rPr lang="en-US" dirty="0" err="1"/>
              <a:t>là</a:t>
            </a:r>
            <a:r>
              <a:rPr lang="en-US" dirty="0"/>
              <a:t> "</a:t>
            </a:r>
            <a:r>
              <a:rPr lang="en-US" dirty="0" err="1"/>
              <a:t>tiêu</a:t>
            </a:r>
            <a:r>
              <a:rPr lang="en-US" dirty="0"/>
              <a:t> </a:t>
            </a:r>
            <a:r>
              <a:rPr lang="en-US" dirty="0" err="1"/>
              <a:t>chuẩn</a:t>
            </a:r>
            <a:r>
              <a:rPr lang="en-US" dirty="0"/>
              <a:t> </a:t>
            </a:r>
            <a:r>
              <a:rPr lang="en-US" dirty="0" err="1"/>
              <a:t>vàng</a:t>
            </a:r>
            <a:r>
              <a:rPr lang="en-US" dirty="0"/>
              <a:t>" (Gold Standard) </a:t>
            </a:r>
            <a:r>
              <a:rPr lang="en-US" dirty="0" err="1"/>
              <a:t>trong</a:t>
            </a:r>
            <a:r>
              <a:rPr lang="en-US" dirty="0"/>
              <a:t> </a:t>
            </a:r>
            <a:r>
              <a:rPr lang="en-US" dirty="0" err="1"/>
              <a:t>ngành</a:t>
            </a:r>
            <a:r>
              <a:rPr lang="en-US" dirty="0"/>
              <a:t>. </a:t>
            </a:r>
          </a:p>
          <a:p>
            <a:pPr marL="342900" indent="-342900">
              <a:buFontTx/>
              <a:buChar char="-"/>
            </a:pPr>
            <a:r>
              <a:rPr lang="en-US" dirty="0"/>
              <a:t>Định </a:t>
            </a:r>
            <a:r>
              <a:rPr lang="en-US" dirty="0" err="1"/>
              <a:t>hướng</a:t>
            </a:r>
            <a:r>
              <a:rPr lang="en-US" dirty="0"/>
              <a:t> </a:t>
            </a:r>
            <a:r>
              <a:rPr lang="en-US" dirty="0" err="1"/>
              <a:t>của</a:t>
            </a:r>
            <a:r>
              <a:rPr lang="en-US" dirty="0"/>
              <a:t> OpenAI </a:t>
            </a:r>
            <a:r>
              <a:rPr lang="en-US" dirty="0" err="1"/>
              <a:t>là</a:t>
            </a:r>
            <a:r>
              <a:rPr lang="en-US" dirty="0"/>
              <a:t> </a:t>
            </a:r>
            <a:r>
              <a:rPr lang="en-US" dirty="0" err="1"/>
              <a:t>xây</a:t>
            </a:r>
            <a:r>
              <a:rPr lang="en-US" dirty="0"/>
              <a:t> </a:t>
            </a:r>
            <a:r>
              <a:rPr lang="en-US" dirty="0" err="1"/>
              <a:t>dựng</a:t>
            </a:r>
            <a:r>
              <a:rPr lang="en-US" dirty="0"/>
              <a:t> </a:t>
            </a:r>
            <a:r>
              <a:rPr lang="en-US" dirty="0" err="1"/>
              <a:t>một</a:t>
            </a:r>
            <a:r>
              <a:rPr lang="en-US" dirty="0"/>
              <a:t> </a:t>
            </a:r>
            <a:r>
              <a:rPr lang="en-US" dirty="0" err="1"/>
              <a:t>siêu</a:t>
            </a:r>
            <a:r>
              <a:rPr lang="en-US" dirty="0"/>
              <a:t> </a:t>
            </a:r>
            <a:r>
              <a:rPr lang="en-US" dirty="0" err="1"/>
              <a:t>trí</a:t>
            </a:r>
            <a:r>
              <a:rPr lang="en-US" dirty="0"/>
              <a:t> </a:t>
            </a:r>
            <a:r>
              <a:rPr lang="en-US" dirty="0" err="1"/>
              <a:t>tuệ</a:t>
            </a:r>
            <a:r>
              <a:rPr lang="en-US" dirty="0"/>
              <a:t> </a:t>
            </a:r>
            <a:r>
              <a:rPr lang="en-US" dirty="0" err="1"/>
              <a:t>tổng</a:t>
            </a:r>
            <a:r>
              <a:rPr lang="en-US" dirty="0"/>
              <a:t> </a:t>
            </a:r>
            <a:r>
              <a:rPr lang="en-US" dirty="0" err="1"/>
              <a:t>quát</a:t>
            </a:r>
            <a:r>
              <a:rPr lang="en-US" dirty="0"/>
              <a:t> (AGI) </a:t>
            </a:r>
            <a:r>
              <a:rPr lang="en-US" dirty="0" err="1"/>
              <a:t>có</a:t>
            </a:r>
            <a:r>
              <a:rPr lang="en-US" dirty="0"/>
              <a:t> </a:t>
            </a:r>
            <a:r>
              <a:rPr lang="en-US" dirty="0" err="1"/>
              <a:t>khả</a:t>
            </a:r>
            <a:r>
              <a:rPr lang="en-US" dirty="0"/>
              <a:t> </a:t>
            </a:r>
            <a:r>
              <a:rPr lang="en-US" dirty="0" err="1"/>
              <a:t>năng</a:t>
            </a:r>
            <a:r>
              <a:rPr lang="en-US" dirty="0"/>
              <a:t> </a:t>
            </a:r>
            <a:r>
              <a:rPr lang="en-US" dirty="0" err="1"/>
              <a:t>hỗ</a:t>
            </a:r>
            <a:r>
              <a:rPr lang="en-US" dirty="0"/>
              <a:t> </a:t>
            </a:r>
            <a:r>
              <a:rPr lang="en-US" dirty="0" err="1"/>
              <a:t>trợ</a:t>
            </a:r>
            <a:r>
              <a:rPr lang="en-US" dirty="0"/>
              <a:t> con </a:t>
            </a:r>
            <a:r>
              <a:rPr lang="en-US" dirty="0" err="1"/>
              <a:t>người</a:t>
            </a:r>
            <a:r>
              <a:rPr lang="en-US" dirty="0"/>
              <a:t> </a:t>
            </a:r>
            <a:r>
              <a:rPr lang="en-US" dirty="0" err="1"/>
              <a:t>trong</a:t>
            </a:r>
            <a:r>
              <a:rPr lang="en-US" dirty="0"/>
              <a:t> </a:t>
            </a:r>
            <a:r>
              <a:rPr lang="en-US" dirty="0" err="1"/>
              <a:t>mọi</a:t>
            </a:r>
            <a:r>
              <a:rPr lang="en-US" dirty="0"/>
              <a:t> </a:t>
            </a:r>
            <a:r>
              <a:rPr lang="en-US" dirty="0" err="1"/>
              <a:t>tác</a:t>
            </a:r>
            <a:r>
              <a:rPr lang="en-US" dirty="0"/>
              <a:t> </a:t>
            </a:r>
            <a:r>
              <a:rPr lang="en-US" dirty="0" err="1"/>
              <a:t>vụ</a:t>
            </a:r>
            <a:r>
              <a:rPr lang="en-US" dirty="0"/>
              <a:t> </a:t>
            </a:r>
            <a:r>
              <a:rPr lang="en-US" dirty="0" err="1"/>
              <a:t>nhận</a:t>
            </a:r>
            <a:r>
              <a:rPr lang="en-US" dirty="0"/>
              <a:t> </a:t>
            </a:r>
            <a:r>
              <a:rPr lang="en-US" dirty="0" err="1"/>
              <a:t>thức</a:t>
            </a:r>
            <a:r>
              <a:rPr lang="en-US" dirty="0"/>
              <a:t>.</a:t>
            </a:r>
          </a:p>
        </p:txBody>
      </p:sp>
    </p:spTree>
    <p:extLst>
      <p:ext uri="{BB962C8B-B14F-4D97-AF65-F5344CB8AC3E}">
        <p14:creationId xmlns:p14="http://schemas.microsoft.com/office/powerpoint/2010/main" val="31198674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40D8D-834C-2F93-8025-3A0C7F5A7A9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3828411-2284-A17B-CB8E-B912E4DB5762}"/>
              </a:ext>
            </a:extLst>
          </p:cNvPr>
          <p:cNvSpPr>
            <a:spLocks noGrp="1"/>
          </p:cNvSpPr>
          <p:nvPr>
            <p:ph type="title"/>
          </p:nvPr>
        </p:nvSpPr>
        <p:spPr/>
        <p:txBody>
          <a:bodyPr/>
          <a:lstStyle/>
          <a:p>
            <a:r>
              <a:rPr lang="en-US" dirty="0"/>
              <a:t>Gemini (Google): Chiến lược "Hệ sinh thái" và Kiến trúc Đa phương thức</a:t>
            </a:r>
          </a:p>
        </p:txBody>
      </p:sp>
      <p:sp>
        <p:nvSpPr>
          <p:cNvPr id="7" name="Content Placeholder 6">
            <a:extLst>
              <a:ext uri="{FF2B5EF4-FFF2-40B4-BE49-F238E27FC236}">
                <a16:creationId xmlns:a16="http://schemas.microsoft.com/office/drawing/2014/main" id="{2D5D7701-1A1D-999C-1402-F4822DD4E444}"/>
              </a:ext>
            </a:extLst>
          </p:cNvPr>
          <p:cNvSpPr>
            <a:spLocks noGrp="1"/>
          </p:cNvSpPr>
          <p:nvPr>
            <p:ph idx="1"/>
          </p:nvPr>
        </p:nvSpPr>
        <p:spPr/>
        <p:txBody>
          <a:bodyPr>
            <a:normAutofit/>
          </a:bodyPr>
          <a:lstStyle/>
          <a:p>
            <a:pPr marL="342900" indent="-342900">
              <a:buFontTx/>
              <a:buChar char="-"/>
            </a:pPr>
            <a:r>
              <a:rPr lang="vi-VN" dirty="0"/>
              <a:t>Gemini, </a:t>
            </a:r>
            <a:r>
              <a:rPr lang="en-US" dirty="0" err="1"/>
              <a:t>tiền</a:t>
            </a:r>
            <a:r>
              <a:rPr lang="en-US" dirty="0"/>
              <a:t> </a:t>
            </a:r>
            <a:r>
              <a:rPr lang="en-US" dirty="0" err="1"/>
              <a:t>thân</a:t>
            </a:r>
            <a:r>
              <a:rPr lang="en-US" dirty="0"/>
              <a:t> </a:t>
            </a:r>
            <a:r>
              <a:rPr lang="en-US" dirty="0" err="1"/>
              <a:t>là</a:t>
            </a:r>
            <a:r>
              <a:rPr lang="vi-VN" dirty="0"/>
              <a:t> Google Bard, phản ánh chiến lược AI được tái cấu trúc của Google. </a:t>
            </a:r>
            <a:endParaRPr lang="en-US" dirty="0"/>
          </a:p>
          <a:p>
            <a:pPr marL="342900" indent="-342900">
              <a:buFontTx/>
              <a:buChar char="-"/>
            </a:pPr>
            <a:r>
              <a:rPr lang="vi-VN" dirty="0"/>
              <a:t>Google hợp nhất Google Brain và DeepMind để tập trung nguồn lực, nhằm cạnh tranh trực tiếp và giành lại thị phần từ OpenAI.</a:t>
            </a:r>
            <a:endParaRPr lang="en-US" dirty="0"/>
          </a:p>
          <a:p>
            <a:pPr marL="342900" indent="-342900">
              <a:buFontTx/>
              <a:buChar char="-"/>
            </a:pPr>
            <a:r>
              <a:rPr lang="vi-VN" dirty="0"/>
              <a:t>Điểm nổi bật của Gemini là kiến trúc</a:t>
            </a:r>
            <a:r>
              <a:rPr lang="en-US" dirty="0"/>
              <a:t> "Native Multimodal" (</a:t>
            </a:r>
            <a:r>
              <a:rPr lang="en-US" dirty="0" err="1"/>
              <a:t>Đa</a:t>
            </a:r>
            <a:r>
              <a:rPr lang="en-US" dirty="0"/>
              <a:t> </a:t>
            </a:r>
            <a:r>
              <a:rPr lang="en-US" dirty="0" err="1"/>
              <a:t>phương</a:t>
            </a:r>
            <a:r>
              <a:rPr lang="en-US" dirty="0"/>
              <a:t> </a:t>
            </a:r>
            <a:r>
              <a:rPr lang="en-US" dirty="0" err="1"/>
              <a:t>thức</a:t>
            </a:r>
            <a:r>
              <a:rPr lang="en-US" dirty="0"/>
              <a:t> </a:t>
            </a:r>
            <a:r>
              <a:rPr lang="en-US" dirty="0" err="1"/>
              <a:t>nguyên</a:t>
            </a:r>
            <a:r>
              <a:rPr lang="en-US" dirty="0"/>
              <a:t> </a:t>
            </a:r>
            <a:r>
              <a:rPr lang="en-US" dirty="0" err="1"/>
              <a:t>bản</a:t>
            </a:r>
            <a:r>
              <a:rPr lang="en-US" dirty="0"/>
              <a:t>)</a:t>
            </a:r>
            <a:r>
              <a:rPr lang="vi-VN" dirty="0"/>
              <a:t>, được huấn luyện đồng thời trên nhiều loại dữ liệu thay vì ghép các mô hình rời rạc. </a:t>
            </a:r>
            <a:endParaRPr lang="en-US" dirty="0"/>
          </a:p>
          <a:p>
            <a:pPr marL="342900" indent="-342900">
              <a:buFontTx/>
              <a:buChar char="-"/>
            </a:pPr>
            <a:r>
              <a:rPr lang="vi-VN" dirty="0"/>
              <a:t>Nhờ tích hợp sâu vào hệ sinh thái Google Workspace, Gemini trở thành một trợ lý văn phòng mạnh mẽ </a:t>
            </a:r>
            <a:r>
              <a:rPr lang="en-US" dirty="0" err="1"/>
              <a:t>ngoài</a:t>
            </a:r>
            <a:r>
              <a:rPr lang="en-US" dirty="0"/>
              <a:t> </a:t>
            </a:r>
            <a:r>
              <a:rPr lang="en-US" dirty="0" err="1"/>
              <a:t>là</a:t>
            </a:r>
            <a:r>
              <a:rPr lang="vi-VN" dirty="0"/>
              <a:t> công cụ trò chuyện.</a:t>
            </a:r>
            <a:endParaRPr lang="en-US" dirty="0"/>
          </a:p>
        </p:txBody>
      </p:sp>
    </p:spTree>
    <p:extLst>
      <p:ext uri="{BB962C8B-B14F-4D97-AF65-F5344CB8AC3E}">
        <p14:creationId xmlns:p14="http://schemas.microsoft.com/office/powerpoint/2010/main" val="42463409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8DFAD-D886-72AD-BF08-8BEDA5D5EC68}"/>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BC54B0A-9E3E-07AE-D9FF-50F4D28725B0}"/>
              </a:ext>
            </a:extLst>
          </p:cNvPr>
          <p:cNvSpPr>
            <a:spLocks noGrp="1"/>
          </p:cNvSpPr>
          <p:nvPr>
            <p:ph type="title"/>
          </p:nvPr>
        </p:nvSpPr>
        <p:spPr/>
        <p:txBody>
          <a:bodyPr/>
          <a:lstStyle/>
          <a:p>
            <a:r>
              <a:rPr lang="en-US" dirty="0"/>
              <a:t>Grok (xAI): Sự "Nổi loạn" và Dòng chảy dữ liệu thời gian thực</a:t>
            </a:r>
          </a:p>
        </p:txBody>
      </p:sp>
      <p:sp>
        <p:nvSpPr>
          <p:cNvPr id="7" name="Content Placeholder 6">
            <a:extLst>
              <a:ext uri="{FF2B5EF4-FFF2-40B4-BE49-F238E27FC236}">
                <a16:creationId xmlns:a16="http://schemas.microsoft.com/office/drawing/2014/main" id="{1F7DC5A7-DE0F-8E4E-36C3-ADFBA9563B50}"/>
              </a:ext>
            </a:extLst>
          </p:cNvPr>
          <p:cNvSpPr>
            <a:spLocks noGrp="1"/>
          </p:cNvSpPr>
          <p:nvPr>
            <p:ph idx="1"/>
          </p:nvPr>
        </p:nvSpPr>
        <p:spPr/>
        <p:txBody>
          <a:bodyPr>
            <a:normAutofit fontScale="92500"/>
          </a:bodyPr>
          <a:lstStyle/>
          <a:p>
            <a:pPr marL="342900" indent="-342900">
              <a:buFontTx/>
              <a:buChar char="-"/>
            </a:pPr>
            <a:r>
              <a:rPr lang="en-US" dirty="0"/>
              <a:t>L</a:t>
            </a:r>
            <a:r>
              <a:rPr lang="vi-VN" dirty="0"/>
              <a:t>à sản phẩm của</a:t>
            </a:r>
            <a:r>
              <a:rPr lang="en-US" dirty="0"/>
              <a:t> </a:t>
            </a:r>
            <a:r>
              <a:rPr lang="en-US" dirty="0" err="1"/>
              <a:t>công</a:t>
            </a:r>
            <a:r>
              <a:rPr lang="en-US" dirty="0"/>
              <a:t> ty</a:t>
            </a:r>
            <a:r>
              <a:rPr lang="vi-VN" dirty="0"/>
              <a:t> xAI do Elon Musk </a:t>
            </a:r>
            <a:r>
              <a:rPr lang="en-US" dirty="0" err="1"/>
              <a:t>sáng</a:t>
            </a:r>
            <a:r>
              <a:rPr lang="vi-VN" dirty="0"/>
              <a:t> lập, </a:t>
            </a:r>
            <a:r>
              <a:rPr lang="en-US" dirty="0" err="1"/>
              <a:t>gia</a:t>
            </a:r>
            <a:r>
              <a:rPr lang="en-US" dirty="0"/>
              <a:t> </a:t>
            </a:r>
            <a:r>
              <a:rPr lang="en-US" dirty="0" err="1"/>
              <a:t>nhập</a:t>
            </a:r>
            <a:r>
              <a:rPr lang="vi-VN" dirty="0"/>
              <a:t> muộn hơn trong cuộc đua AI</a:t>
            </a:r>
            <a:r>
              <a:rPr lang="en-US" dirty="0"/>
              <a:t> </a:t>
            </a:r>
            <a:r>
              <a:rPr lang="en-US" dirty="0" err="1"/>
              <a:t>nhưng</a:t>
            </a:r>
            <a:r>
              <a:rPr lang="vi-VN" dirty="0"/>
              <a:t> nhờ đó có thể nhìn </a:t>
            </a:r>
            <a:r>
              <a:rPr lang="en-US" dirty="0" err="1"/>
              <a:t>thấy</a:t>
            </a:r>
            <a:r>
              <a:rPr lang="en-US" dirty="0"/>
              <a:t> </a:t>
            </a:r>
            <a:r>
              <a:rPr lang="vi-VN" dirty="0"/>
              <a:t>điểm yếu các đối thủ</a:t>
            </a:r>
            <a:r>
              <a:rPr lang="en-US" dirty="0"/>
              <a:t> (</a:t>
            </a:r>
            <a:r>
              <a:rPr lang="vi-VN" dirty="0"/>
              <a:t>kiểm duyệt quá cao</a:t>
            </a:r>
            <a:r>
              <a:rPr lang="en-US" dirty="0"/>
              <a:t>)</a:t>
            </a:r>
            <a:r>
              <a:rPr lang="vi-VN" dirty="0"/>
              <a:t> để xây dựng hướng </a:t>
            </a:r>
            <a:r>
              <a:rPr lang="en-US" dirty="0" err="1"/>
              <a:t>đi</a:t>
            </a:r>
            <a:r>
              <a:rPr lang="vi-VN" dirty="0"/>
              <a:t> khác biệt.</a:t>
            </a:r>
            <a:endParaRPr lang="en-US" dirty="0"/>
          </a:p>
          <a:p>
            <a:pPr marL="342900" indent="-342900">
              <a:buFontTx/>
              <a:buChar char="-"/>
            </a:pPr>
            <a:r>
              <a:rPr lang="vi-VN" dirty="0"/>
              <a:t>Lợi thế chiến lược quan trọng nhất của Grok </a:t>
            </a:r>
            <a:r>
              <a:rPr lang="en-US" dirty="0" err="1"/>
              <a:t>là</a:t>
            </a:r>
            <a:r>
              <a:rPr lang="vi-VN" dirty="0"/>
              <a:t> tích hợp trực tiếp vào nền tảng mạng xã hội X (Twitter), giúp mở rộng khả năng sử dụng và tiếp cận người dùn</a:t>
            </a:r>
            <a:r>
              <a:rPr lang="en-US" dirty="0"/>
              <a:t>g</a:t>
            </a:r>
            <a:r>
              <a:rPr lang="vi-VN" dirty="0"/>
              <a:t>.</a:t>
            </a:r>
            <a:endParaRPr lang="en-US" dirty="0"/>
          </a:p>
          <a:p>
            <a:pPr marL="342900" indent="-342900">
              <a:buFontTx/>
              <a:buChar char="-"/>
            </a:pPr>
            <a:r>
              <a:rPr lang="vi-VN" dirty="0"/>
              <a:t>Grok tự định vị là một AI “tìm kiếm sự thật tối đa”, ít bị ràng buộc bởi bộ lọc an toàn hay tính đúng đắn chính trị như ChatGPT hoặc Gemini. </a:t>
            </a:r>
            <a:endParaRPr lang="en-US" dirty="0"/>
          </a:p>
          <a:p>
            <a:pPr marL="342900" indent="-342900">
              <a:buFontTx/>
              <a:buChar char="-"/>
            </a:pPr>
            <a:r>
              <a:rPr lang="vi-VN" dirty="0"/>
              <a:t>Nhờ truy cập dữ liệu thời gian thực từ dòng tin trên X, Grok có lợi thế lớn trong việc nắm bắt xu hướng và các sự kiện nóng mà những mô hình dựa trên bộ dữ liệu tĩnh khó theo kịp.</a:t>
            </a:r>
          </a:p>
        </p:txBody>
      </p:sp>
    </p:spTree>
    <p:extLst>
      <p:ext uri="{BB962C8B-B14F-4D97-AF65-F5344CB8AC3E}">
        <p14:creationId xmlns:p14="http://schemas.microsoft.com/office/powerpoint/2010/main" val="22548391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5AD68-2C0F-3725-5A65-BB5486F59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940204-E723-A89E-3EE9-4B8F7011C31A}"/>
              </a:ext>
            </a:extLst>
          </p:cNvPr>
          <p:cNvSpPr>
            <a:spLocks noGrp="1"/>
          </p:cNvSpPr>
          <p:nvPr>
            <p:ph type="ctrTitle"/>
          </p:nvPr>
        </p:nvSpPr>
        <p:spPr>
          <a:xfrm>
            <a:off x="1472750" y="2327715"/>
            <a:ext cx="10029565" cy="1655762"/>
          </a:xfrm>
        </p:spPr>
        <p:txBody>
          <a:bodyPr/>
          <a:lstStyle/>
          <a:p>
            <a:r>
              <a:rPr lang="en-US" dirty="0"/>
              <a:t>2. </a:t>
            </a:r>
            <a:r>
              <a:rPr lang="en-US" dirty="0" err="1"/>
              <a:t>Lịch</a:t>
            </a:r>
            <a:r>
              <a:rPr lang="en-US" dirty="0"/>
              <a:t> </a:t>
            </a:r>
            <a:r>
              <a:rPr lang="en-US" dirty="0" err="1"/>
              <a:t>sử</a:t>
            </a:r>
            <a:r>
              <a:rPr lang="en-US" dirty="0"/>
              <a:t> </a:t>
            </a:r>
            <a:br>
              <a:rPr lang="en-US" dirty="0"/>
            </a:br>
            <a:r>
              <a:rPr lang="en-US" dirty="0" err="1"/>
              <a:t>các</a:t>
            </a:r>
            <a:r>
              <a:rPr lang="en-US" dirty="0"/>
              <a:t> </a:t>
            </a:r>
            <a:r>
              <a:rPr lang="en-US" dirty="0" err="1"/>
              <a:t>phiên</a:t>
            </a:r>
            <a:r>
              <a:rPr lang="en-US" dirty="0"/>
              <a:t> </a:t>
            </a:r>
            <a:r>
              <a:rPr lang="en-US" dirty="0" err="1"/>
              <a:t>bản</a:t>
            </a:r>
            <a:r>
              <a:rPr lang="en-US" dirty="0"/>
              <a:t> </a:t>
            </a:r>
          </a:p>
        </p:txBody>
      </p:sp>
      <p:pic>
        <p:nvPicPr>
          <p:cNvPr id="4100" name="Picture 4" descr="AI Chatbot vs Knowledge Base — Support Hero">
            <a:extLst>
              <a:ext uri="{FF2B5EF4-FFF2-40B4-BE49-F238E27FC236}">
                <a16:creationId xmlns:a16="http://schemas.microsoft.com/office/drawing/2014/main" id="{574E2189-BB1D-D58B-D3C7-80573769BD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6596" y="1843377"/>
            <a:ext cx="5155657" cy="3437635"/>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7057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CDFC8-16EB-CDE4-F2E9-D7720E2D996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F25A98E-0ADD-0119-1434-08228E1E2437}"/>
              </a:ext>
            </a:extLst>
          </p:cNvPr>
          <p:cNvSpPr>
            <a:spLocks noGrp="1"/>
          </p:cNvSpPr>
          <p:nvPr>
            <p:ph type="title"/>
          </p:nvPr>
        </p:nvSpPr>
        <p:spPr/>
        <p:txBody>
          <a:bodyPr/>
          <a:lstStyle/>
          <a:p>
            <a:r>
              <a:rPr lang="en-US" dirty="0"/>
              <a:t>Chat GPT</a:t>
            </a:r>
          </a:p>
        </p:txBody>
      </p:sp>
      <p:sp>
        <p:nvSpPr>
          <p:cNvPr id="7" name="Content Placeholder 6">
            <a:extLst>
              <a:ext uri="{FF2B5EF4-FFF2-40B4-BE49-F238E27FC236}">
                <a16:creationId xmlns:a16="http://schemas.microsoft.com/office/drawing/2014/main" id="{C71AFF8E-FD90-B7C8-758A-B8AA1A1BDF6F}"/>
              </a:ext>
            </a:extLst>
          </p:cNvPr>
          <p:cNvSpPr>
            <a:spLocks noGrp="1"/>
          </p:cNvSpPr>
          <p:nvPr>
            <p:ph idx="1"/>
          </p:nvPr>
        </p:nvSpPr>
        <p:spPr/>
        <p:txBody>
          <a:bodyPr>
            <a:normAutofit/>
          </a:bodyPr>
          <a:lstStyle/>
          <a:p>
            <a:pPr marL="342900" indent="-342900">
              <a:buFont typeface="Arial" panose="020B0604020202020204" pitchFamily="34" charset="0"/>
              <a:buChar char="•"/>
            </a:pPr>
            <a:r>
              <a:rPr lang="en-US" b="1" dirty="0"/>
              <a:t>GPT-3.5 </a:t>
            </a:r>
            <a:r>
              <a:rPr lang="en-US" dirty="0"/>
              <a:t>(11/2022): </a:t>
            </a:r>
            <a:r>
              <a:rPr lang="en-US" dirty="0" err="1"/>
              <a:t>mô</a:t>
            </a:r>
            <a:r>
              <a:rPr lang="en-US" dirty="0"/>
              <a:t> </a:t>
            </a:r>
            <a:r>
              <a:rPr lang="en-US" dirty="0" err="1"/>
              <a:t>hình</a:t>
            </a:r>
            <a:r>
              <a:rPr lang="en-US" dirty="0"/>
              <a:t> </a:t>
            </a:r>
            <a:r>
              <a:rPr lang="en-US" dirty="0" err="1"/>
              <a:t>khởi</a:t>
            </a:r>
            <a:r>
              <a:rPr lang="en-US" dirty="0"/>
              <a:t> </a:t>
            </a:r>
            <a:r>
              <a:rPr lang="en-US" dirty="0" err="1"/>
              <a:t>đầu</a:t>
            </a:r>
            <a:r>
              <a:rPr lang="en-US" dirty="0"/>
              <a:t> </a:t>
            </a:r>
            <a:r>
              <a:rPr lang="en-US" dirty="0" err="1"/>
              <a:t>với</a:t>
            </a:r>
            <a:r>
              <a:rPr lang="en-US" dirty="0"/>
              <a:t> </a:t>
            </a:r>
            <a:r>
              <a:rPr lang="en-US" dirty="0" err="1"/>
              <a:t>khả</a:t>
            </a:r>
            <a:r>
              <a:rPr lang="en-US" dirty="0"/>
              <a:t> </a:t>
            </a:r>
            <a:r>
              <a:rPr lang="en-US" dirty="0" err="1"/>
              <a:t>năng</a:t>
            </a:r>
            <a:r>
              <a:rPr lang="en-US" dirty="0"/>
              <a:t> </a:t>
            </a:r>
            <a:r>
              <a:rPr lang="en-US" dirty="0" err="1"/>
              <a:t>xử</a:t>
            </a:r>
            <a:r>
              <a:rPr lang="en-US" dirty="0"/>
              <a:t> </a:t>
            </a:r>
            <a:r>
              <a:rPr lang="en-US" dirty="0" err="1"/>
              <a:t>lý</a:t>
            </a:r>
            <a:r>
              <a:rPr lang="en-US" dirty="0"/>
              <a:t> </a:t>
            </a:r>
            <a:r>
              <a:rPr lang="en-US" dirty="0" err="1"/>
              <a:t>ngôn</a:t>
            </a:r>
            <a:r>
              <a:rPr lang="en-US" dirty="0"/>
              <a:t> </a:t>
            </a:r>
            <a:r>
              <a:rPr lang="en-US" dirty="0" err="1"/>
              <a:t>ngữ</a:t>
            </a:r>
            <a:r>
              <a:rPr lang="en-US" dirty="0"/>
              <a:t> </a:t>
            </a:r>
            <a:r>
              <a:rPr lang="en-US" dirty="0" err="1"/>
              <a:t>tự</a:t>
            </a:r>
            <a:r>
              <a:rPr lang="en-US" dirty="0"/>
              <a:t> </a:t>
            </a:r>
            <a:r>
              <a:rPr lang="en-US" dirty="0" err="1"/>
              <a:t>nhiên</a:t>
            </a:r>
            <a:r>
              <a:rPr lang="en-US" dirty="0"/>
              <a:t> </a:t>
            </a:r>
            <a:r>
              <a:rPr lang="en-US" dirty="0" err="1"/>
              <a:t>ấn</a:t>
            </a:r>
            <a:r>
              <a:rPr lang="en-US" dirty="0"/>
              <a:t> </a:t>
            </a:r>
            <a:r>
              <a:rPr lang="en-US" dirty="0" err="1"/>
              <a:t>tượng</a:t>
            </a:r>
            <a:r>
              <a:rPr lang="en-US" dirty="0"/>
              <a:t> </a:t>
            </a:r>
            <a:r>
              <a:rPr lang="en-US" dirty="0" err="1"/>
              <a:t>nhưng</a:t>
            </a:r>
            <a:r>
              <a:rPr lang="en-US" dirty="0"/>
              <a:t> </a:t>
            </a:r>
            <a:r>
              <a:rPr lang="en-US" dirty="0" err="1"/>
              <a:t>còn</a:t>
            </a:r>
            <a:r>
              <a:rPr lang="en-US" dirty="0"/>
              <a:t> </a:t>
            </a:r>
            <a:r>
              <a:rPr lang="en-US" dirty="0" err="1"/>
              <a:t>hạn</a:t>
            </a:r>
            <a:r>
              <a:rPr lang="en-US" dirty="0"/>
              <a:t> </a:t>
            </a:r>
            <a:r>
              <a:rPr lang="en-US" dirty="0" err="1"/>
              <a:t>chế</a:t>
            </a:r>
            <a:r>
              <a:rPr lang="en-US" dirty="0"/>
              <a:t> </a:t>
            </a:r>
            <a:r>
              <a:rPr lang="en-US" dirty="0" err="1"/>
              <a:t>về</a:t>
            </a:r>
            <a:r>
              <a:rPr lang="en-US" dirty="0"/>
              <a:t> logic </a:t>
            </a:r>
            <a:r>
              <a:rPr lang="en-US" dirty="0" err="1"/>
              <a:t>và</a:t>
            </a:r>
            <a:r>
              <a:rPr lang="en-US" dirty="0"/>
              <a:t> </a:t>
            </a:r>
            <a:r>
              <a:rPr lang="en-US" dirty="0" err="1"/>
              <a:t>độ</a:t>
            </a:r>
            <a:r>
              <a:rPr lang="en-US" dirty="0"/>
              <a:t> </a:t>
            </a:r>
            <a:r>
              <a:rPr lang="en-US" dirty="0" err="1"/>
              <a:t>chính</a:t>
            </a:r>
            <a:r>
              <a:rPr lang="en-US" dirty="0"/>
              <a:t> </a:t>
            </a:r>
            <a:r>
              <a:rPr lang="en-US" dirty="0" err="1"/>
              <a:t>xác</a:t>
            </a:r>
            <a:r>
              <a:rPr lang="en-US" dirty="0"/>
              <a:t> (hallucination).</a:t>
            </a:r>
            <a:endParaRPr lang="en-US" b="1" i="1" dirty="0"/>
          </a:p>
          <a:p>
            <a:pPr marL="342900" indent="-342900">
              <a:buFont typeface="Arial" panose="020B0604020202020204" pitchFamily="34" charset="0"/>
              <a:buChar char="•"/>
            </a:pPr>
            <a:r>
              <a:rPr lang="en-US" b="1" dirty="0"/>
              <a:t>GPT-4 </a:t>
            </a:r>
            <a:r>
              <a:rPr lang="en-US" dirty="0"/>
              <a:t>(03/2023): </a:t>
            </a:r>
            <a:r>
              <a:rPr lang="en-US" dirty="0" err="1"/>
              <a:t>bước</a:t>
            </a:r>
            <a:r>
              <a:rPr lang="en-US" dirty="0"/>
              <a:t> </a:t>
            </a:r>
            <a:r>
              <a:rPr lang="en-US" dirty="0" err="1"/>
              <a:t>nhảy</a:t>
            </a:r>
            <a:r>
              <a:rPr lang="en-US" dirty="0"/>
              <a:t> </a:t>
            </a:r>
            <a:r>
              <a:rPr lang="en-US" dirty="0" err="1"/>
              <a:t>vọt</a:t>
            </a:r>
            <a:r>
              <a:rPr lang="en-US" dirty="0"/>
              <a:t> </a:t>
            </a:r>
            <a:r>
              <a:rPr lang="en-US" dirty="0" err="1"/>
              <a:t>về</a:t>
            </a:r>
            <a:r>
              <a:rPr lang="en-US" dirty="0"/>
              <a:t> </a:t>
            </a:r>
            <a:r>
              <a:rPr lang="en-US" dirty="0" err="1"/>
              <a:t>khả</a:t>
            </a:r>
            <a:r>
              <a:rPr lang="en-US" dirty="0"/>
              <a:t> </a:t>
            </a:r>
            <a:r>
              <a:rPr lang="en-US" dirty="0" err="1"/>
              <a:t>năng</a:t>
            </a:r>
            <a:r>
              <a:rPr lang="en-US" dirty="0"/>
              <a:t> </a:t>
            </a:r>
            <a:r>
              <a:rPr lang="en-US" dirty="0" err="1"/>
              <a:t>lập</a:t>
            </a:r>
            <a:r>
              <a:rPr lang="en-US" dirty="0"/>
              <a:t> </a:t>
            </a:r>
            <a:r>
              <a:rPr lang="en-US" dirty="0" err="1"/>
              <a:t>luận</a:t>
            </a:r>
            <a:r>
              <a:rPr lang="en-US" dirty="0"/>
              <a:t> (reasoning), </a:t>
            </a:r>
            <a:r>
              <a:rPr lang="en-US" dirty="0" err="1"/>
              <a:t>giải</a:t>
            </a:r>
            <a:r>
              <a:rPr lang="en-US" dirty="0"/>
              <a:t> </a:t>
            </a:r>
            <a:r>
              <a:rPr lang="en-US" dirty="0" err="1"/>
              <a:t>quyết</a:t>
            </a:r>
            <a:r>
              <a:rPr lang="en-US" dirty="0"/>
              <a:t> </a:t>
            </a:r>
            <a:r>
              <a:rPr lang="en-US" dirty="0" err="1"/>
              <a:t>các</a:t>
            </a:r>
            <a:r>
              <a:rPr lang="en-US" dirty="0"/>
              <a:t> </a:t>
            </a:r>
            <a:r>
              <a:rPr lang="en-US" dirty="0" err="1"/>
              <a:t>bài</a:t>
            </a:r>
            <a:r>
              <a:rPr lang="en-US" dirty="0"/>
              <a:t> </a:t>
            </a:r>
            <a:r>
              <a:rPr lang="en-US" dirty="0" err="1"/>
              <a:t>toán</a:t>
            </a:r>
            <a:r>
              <a:rPr lang="en-US" dirty="0"/>
              <a:t> </a:t>
            </a:r>
            <a:r>
              <a:rPr lang="en-US" dirty="0" err="1"/>
              <a:t>phức</a:t>
            </a:r>
            <a:r>
              <a:rPr lang="en-US" dirty="0"/>
              <a:t> </a:t>
            </a:r>
            <a:r>
              <a:rPr lang="en-US" dirty="0" err="1"/>
              <a:t>tạp</a:t>
            </a:r>
            <a:r>
              <a:rPr lang="en-US" dirty="0"/>
              <a:t> </a:t>
            </a:r>
            <a:r>
              <a:rPr lang="en-US" dirty="0" err="1"/>
              <a:t>và</a:t>
            </a:r>
            <a:r>
              <a:rPr lang="en-US" dirty="0"/>
              <a:t> </a:t>
            </a:r>
            <a:r>
              <a:rPr lang="en-US" dirty="0" err="1"/>
              <a:t>xử</a:t>
            </a:r>
            <a:r>
              <a:rPr lang="en-US" dirty="0"/>
              <a:t> </a:t>
            </a:r>
            <a:r>
              <a:rPr lang="en-US" dirty="0" err="1"/>
              <a:t>lý</a:t>
            </a:r>
            <a:r>
              <a:rPr lang="en-US" dirty="0"/>
              <a:t> </a:t>
            </a:r>
            <a:r>
              <a:rPr lang="en-US" dirty="0" err="1"/>
              <a:t>sắc</a:t>
            </a:r>
            <a:r>
              <a:rPr lang="en-US" dirty="0"/>
              <a:t> </a:t>
            </a:r>
            <a:r>
              <a:rPr lang="en-US" dirty="0" err="1"/>
              <a:t>thái</a:t>
            </a:r>
            <a:r>
              <a:rPr lang="en-US" dirty="0"/>
              <a:t> </a:t>
            </a:r>
            <a:r>
              <a:rPr lang="en-US" dirty="0" err="1"/>
              <a:t>ngôn</a:t>
            </a:r>
            <a:r>
              <a:rPr lang="en-US" dirty="0"/>
              <a:t> </a:t>
            </a:r>
            <a:r>
              <a:rPr lang="en-US" dirty="0" err="1"/>
              <a:t>ngữ</a:t>
            </a:r>
            <a:r>
              <a:rPr lang="en-US" dirty="0"/>
              <a:t>.</a:t>
            </a:r>
            <a:endParaRPr lang="en-US" b="1" i="1" dirty="0"/>
          </a:p>
          <a:p>
            <a:pPr marL="342900" indent="-342900">
              <a:buFont typeface="Arial" panose="020B0604020202020204" pitchFamily="34" charset="0"/>
              <a:buChar char="•"/>
            </a:pPr>
            <a:r>
              <a:rPr lang="en-US" b="1" dirty="0"/>
              <a:t>GPT-4o </a:t>
            </a:r>
            <a:r>
              <a:rPr lang="en-US" dirty="0"/>
              <a:t>(Omni) (05/2024): </a:t>
            </a:r>
            <a:r>
              <a:rPr lang="en-US" dirty="0" err="1"/>
              <a:t>phiên</a:t>
            </a:r>
            <a:r>
              <a:rPr lang="en-US" dirty="0"/>
              <a:t> </a:t>
            </a:r>
            <a:r>
              <a:rPr lang="en-US" dirty="0" err="1"/>
              <a:t>bản</a:t>
            </a:r>
            <a:r>
              <a:rPr lang="en-US" dirty="0"/>
              <a:t> </a:t>
            </a:r>
            <a:r>
              <a:rPr lang="en-US" dirty="0" err="1"/>
              <a:t>mới</a:t>
            </a:r>
            <a:r>
              <a:rPr lang="en-US" dirty="0"/>
              <a:t> </a:t>
            </a:r>
            <a:r>
              <a:rPr lang="en-US" dirty="0" err="1"/>
              <a:t>nhất</a:t>
            </a:r>
            <a:r>
              <a:rPr lang="en-US" dirty="0"/>
              <a:t> </a:t>
            </a:r>
            <a:r>
              <a:rPr lang="en-US" dirty="0" err="1"/>
              <a:t>đại</a:t>
            </a:r>
            <a:r>
              <a:rPr lang="en-US" dirty="0"/>
              <a:t> </a:t>
            </a:r>
            <a:r>
              <a:rPr lang="en-US" dirty="0" err="1"/>
              <a:t>diện</a:t>
            </a:r>
            <a:r>
              <a:rPr lang="en-US" dirty="0"/>
              <a:t> </a:t>
            </a:r>
            <a:r>
              <a:rPr lang="en-US" dirty="0" err="1"/>
              <a:t>cho</a:t>
            </a:r>
            <a:r>
              <a:rPr lang="en-US" dirty="0"/>
              <a:t> xu </a:t>
            </a:r>
            <a:r>
              <a:rPr lang="en-US" dirty="0" err="1"/>
              <a:t>hướng</a:t>
            </a:r>
            <a:r>
              <a:rPr lang="en-US" dirty="0"/>
              <a:t> </a:t>
            </a:r>
            <a:r>
              <a:rPr lang="en-US" dirty="0" err="1"/>
              <a:t>hợp</a:t>
            </a:r>
            <a:r>
              <a:rPr lang="en-US" dirty="0"/>
              <a:t> </a:t>
            </a:r>
            <a:r>
              <a:rPr lang="en-US" dirty="0" err="1"/>
              <a:t>nhất</a:t>
            </a:r>
            <a:r>
              <a:rPr lang="en-US" dirty="0"/>
              <a:t>, </a:t>
            </a:r>
            <a:r>
              <a:rPr lang="en-US" dirty="0" err="1"/>
              <a:t>xóa</a:t>
            </a:r>
            <a:r>
              <a:rPr lang="en-US" dirty="0"/>
              <a:t> </a:t>
            </a:r>
            <a:r>
              <a:rPr lang="en-US" dirty="0" err="1"/>
              <a:t>bỏ</a:t>
            </a:r>
            <a:r>
              <a:rPr lang="en-US" dirty="0"/>
              <a:t> </a:t>
            </a:r>
            <a:r>
              <a:rPr lang="en-US" dirty="0" err="1"/>
              <a:t>độ</a:t>
            </a:r>
            <a:r>
              <a:rPr lang="en-US" dirty="0"/>
              <a:t> </a:t>
            </a:r>
            <a:r>
              <a:rPr lang="en-US" dirty="0" err="1"/>
              <a:t>trễ</a:t>
            </a:r>
            <a:r>
              <a:rPr lang="en-US" dirty="0"/>
              <a:t> </a:t>
            </a:r>
            <a:r>
              <a:rPr lang="en-US" dirty="0" err="1"/>
              <a:t>trong</a:t>
            </a:r>
            <a:r>
              <a:rPr lang="en-US" dirty="0"/>
              <a:t> </a:t>
            </a:r>
            <a:r>
              <a:rPr lang="en-US" dirty="0" err="1"/>
              <a:t>giao</a:t>
            </a:r>
            <a:r>
              <a:rPr lang="en-US" dirty="0"/>
              <a:t> </a:t>
            </a:r>
            <a:r>
              <a:rPr lang="en-US" dirty="0" err="1"/>
              <a:t>tiếp</a:t>
            </a:r>
            <a:r>
              <a:rPr lang="en-US" dirty="0"/>
              <a:t> </a:t>
            </a:r>
            <a:r>
              <a:rPr lang="en-US" dirty="0" err="1"/>
              <a:t>thời</a:t>
            </a:r>
            <a:r>
              <a:rPr lang="en-US" dirty="0"/>
              <a:t> </a:t>
            </a:r>
            <a:r>
              <a:rPr lang="en-US" dirty="0" err="1"/>
              <a:t>gian</a:t>
            </a:r>
            <a:r>
              <a:rPr lang="en-US" dirty="0"/>
              <a:t> </a:t>
            </a:r>
            <a:r>
              <a:rPr lang="en-US" dirty="0" err="1"/>
              <a:t>thực</a:t>
            </a:r>
            <a:r>
              <a:rPr lang="en-US" dirty="0"/>
              <a:t> </a:t>
            </a:r>
            <a:r>
              <a:rPr lang="en-US" dirty="0" err="1"/>
              <a:t>giữa</a:t>
            </a:r>
            <a:r>
              <a:rPr lang="en-US" dirty="0"/>
              <a:t> </a:t>
            </a:r>
            <a:r>
              <a:rPr lang="en-US" dirty="0" err="1"/>
              <a:t>văn</a:t>
            </a:r>
            <a:r>
              <a:rPr lang="en-US" dirty="0"/>
              <a:t> </a:t>
            </a:r>
            <a:r>
              <a:rPr lang="en-US" dirty="0" err="1"/>
              <a:t>bản</a:t>
            </a:r>
            <a:r>
              <a:rPr lang="en-US" dirty="0"/>
              <a:t>, </a:t>
            </a:r>
            <a:r>
              <a:rPr lang="en-US" dirty="0" err="1"/>
              <a:t>âm</a:t>
            </a:r>
            <a:r>
              <a:rPr lang="en-US" dirty="0"/>
              <a:t> </a:t>
            </a:r>
            <a:r>
              <a:rPr lang="en-US" dirty="0" err="1"/>
              <a:t>thanh</a:t>
            </a:r>
            <a:r>
              <a:rPr lang="en-US" dirty="0"/>
              <a:t> </a:t>
            </a:r>
            <a:r>
              <a:rPr lang="en-US" dirty="0" err="1"/>
              <a:t>và</a:t>
            </a:r>
            <a:r>
              <a:rPr lang="en-US" dirty="0"/>
              <a:t> </a:t>
            </a:r>
            <a:r>
              <a:rPr lang="en-US" dirty="0" err="1"/>
              <a:t>hình</a:t>
            </a:r>
            <a:r>
              <a:rPr lang="en-US" dirty="0"/>
              <a:t> </a:t>
            </a:r>
            <a:r>
              <a:rPr lang="en-US" dirty="0" err="1"/>
              <a:t>ảnh</a:t>
            </a:r>
            <a:endParaRPr lang="en-US" dirty="0"/>
          </a:p>
        </p:txBody>
      </p:sp>
    </p:spTree>
    <p:extLst>
      <p:ext uri="{BB962C8B-B14F-4D97-AF65-F5344CB8AC3E}">
        <p14:creationId xmlns:p14="http://schemas.microsoft.com/office/powerpoint/2010/main" val="11313694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12002-717E-A9B0-3BE2-A47FFC14147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2050728-2680-CD09-04A2-7E12646CCE58}"/>
              </a:ext>
            </a:extLst>
          </p:cNvPr>
          <p:cNvSpPr>
            <a:spLocks noGrp="1"/>
          </p:cNvSpPr>
          <p:nvPr>
            <p:ph type="title"/>
          </p:nvPr>
        </p:nvSpPr>
        <p:spPr/>
        <p:txBody>
          <a:bodyPr/>
          <a:lstStyle/>
          <a:p>
            <a:r>
              <a:rPr lang="en-US" dirty="0"/>
              <a:t>Gemini</a:t>
            </a:r>
          </a:p>
        </p:txBody>
      </p:sp>
      <p:sp>
        <p:nvSpPr>
          <p:cNvPr id="7" name="Content Placeholder 6">
            <a:extLst>
              <a:ext uri="{FF2B5EF4-FFF2-40B4-BE49-F238E27FC236}">
                <a16:creationId xmlns:a16="http://schemas.microsoft.com/office/drawing/2014/main" id="{75D2EC3F-4CD0-BCD9-2B4A-3EEA70A13243}"/>
              </a:ext>
            </a:extLst>
          </p:cNvPr>
          <p:cNvSpPr>
            <a:spLocks noGrp="1"/>
          </p:cNvSpPr>
          <p:nvPr>
            <p:ph idx="1"/>
          </p:nvPr>
        </p:nvSpPr>
        <p:spPr/>
        <p:txBody>
          <a:bodyPr>
            <a:normAutofit lnSpcReduction="10000"/>
          </a:bodyPr>
          <a:lstStyle/>
          <a:p>
            <a:pPr marL="342900" indent="-342900">
              <a:buFont typeface="Arial" panose="020B0604020202020204" pitchFamily="34" charset="0"/>
              <a:buChar char="•"/>
            </a:pPr>
            <a:r>
              <a:rPr lang="en-US" b="1" dirty="0"/>
              <a:t>Gemini 1.0 </a:t>
            </a:r>
            <a:r>
              <a:rPr lang="en-US" dirty="0"/>
              <a:t>(</a:t>
            </a:r>
            <a:r>
              <a:rPr lang="en-US" dirty="0" err="1"/>
              <a:t>tháng</a:t>
            </a:r>
            <a:r>
              <a:rPr lang="en-US" dirty="0"/>
              <a:t> 12/2023): </a:t>
            </a:r>
            <a:r>
              <a:rPr lang="vi-VN" dirty="0"/>
              <a:t>tối ưu hóa cho 3 kích cỡ: Gemini Ultra (phức tạp cao), Gemini Pro (mở rộng quy mô), và Gemini Nano (trên thiết bị).</a:t>
            </a:r>
            <a:endParaRPr lang="en-US" dirty="0"/>
          </a:p>
          <a:p>
            <a:pPr marL="342900" indent="-342900">
              <a:buFont typeface="Arial" panose="020B0604020202020204" pitchFamily="34" charset="0"/>
              <a:buChar char="•"/>
            </a:pPr>
            <a:r>
              <a:rPr lang="vi-VN" dirty="0"/>
              <a:t>Tháng 2/2024, Google hợp nhất </a:t>
            </a:r>
            <a:r>
              <a:rPr lang="vi-VN" b="1" dirty="0"/>
              <a:t>Bard</a:t>
            </a:r>
            <a:r>
              <a:rPr lang="vi-VN" dirty="0"/>
              <a:t> và </a:t>
            </a:r>
            <a:r>
              <a:rPr lang="vi-VN" b="1" dirty="0"/>
              <a:t>Duet AI</a:t>
            </a:r>
            <a:r>
              <a:rPr lang="vi-VN" dirty="0"/>
              <a:t> dưới thương hiệu </a:t>
            </a:r>
            <a:r>
              <a:rPr lang="vi-VN" b="1" dirty="0"/>
              <a:t>Gemini</a:t>
            </a:r>
            <a:r>
              <a:rPr lang="en-US" b="1" dirty="0"/>
              <a:t> </a:t>
            </a:r>
            <a:r>
              <a:rPr lang="en-US" dirty="0"/>
              <a:t>-</a:t>
            </a:r>
            <a:r>
              <a:rPr lang="en-US" b="1" dirty="0"/>
              <a:t> </a:t>
            </a:r>
            <a:r>
              <a:rPr lang="vi-VN" dirty="0"/>
              <a:t>bước tái định vị quan trọng, tập trung toàn lực vào Gemini như công cụ AI chính. Chatbot Bard chính thức được đổi tên thành </a:t>
            </a:r>
            <a:r>
              <a:rPr lang="vi-VN" b="1" dirty="0"/>
              <a:t>Google Gemini</a:t>
            </a:r>
            <a:r>
              <a:rPr lang="vi-VN" dirty="0"/>
              <a:t>.</a:t>
            </a:r>
            <a:endParaRPr lang="en-US" dirty="0"/>
          </a:p>
          <a:p>
            <a:pPr marL="342900" indent="-342900">
              <a:buFont typeface="Arial" panose="020B0604020202020204" pitchFamily="34" charset="0"/>
              <a:buChar char="•"/>
            </a:pPr>
            <a:r>
              <a:rPr lang="en-US" dirty="0"/>
              <a:t>G</a:t>
            </a:r>
            <a:r>
              <a:rPr lang="vi-VN" dirty="0"/>
              <a:t>oogle liên tục giới thiệu các phiên bản cải tiến như </a:t>
            </a:r>
            <a:r>
              <a:rPr lang="vi-VN" b="1" dirty="0"/>
              <a:t>Gemini 2</a:t>
            </a:r>
            <a:r>
              <a:rPr lang="vi-VN" dirty="0"/>
              <a:t> (đặt nền móng cho khả năng tác nhân và lập luận phức tạp hơn) và sau đó là </a:t>
            </a:r>
            <a:r>
              <a:rPr lang="vi-VN" b="1" dirty="0"/>
              <a:t>Gemini 3</a:t>
            </a:r>
            <a:r>
              <a:rPr lang="vi-VN" dirty="0"/>
              <a:t> (tập trung vào khả năng lập luận tối tân, đọc hiểu tình huống và ý nghĩa sâu sắc).</a:t>
            </a:r>
            <a:endParaRPr lang="en-US" dirty="0"/>
          </a:p>
          <a:p>
            <a:endParaRPr lang="en-US" dirty="0"/>
          </a:p>
        </p:txBody>
      </p:sp>
    </p:spTree>
    <p:extLst>
      <p:ext uri="{BB962C8B-B14F-4D97-AF65-F5344CB8AC3E}">
        <p14:creationId xmlns:p14="http://schemas.microsoft.com/office/powerpoint/2010/main" val="35687929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24D2E-D2B8-5946-D3EA-7D12ECF2F1A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555FE156-DE03-C61B-4080-E2BD2BF0E85E}"/>
              </a:ext>
            </a:extLst>
          </p:cNvPr>
          <p:cNvSpPr>
            <a:spLocks noGrp="1"/>
          </p:cNvSpPr>
          <p:nvPr>
            <p:ph type="title"/>
          </p:nvPr>
        </p:nvSpPr>
        <p:spPr/>
        <p:txBody>
          <a:bodyPr/>
          <a:lstStyle/>
          <a:p>
            <a:r>
              <a:rPr lang="en-US" dirty="0"/>
              <a:t>Grok</a:t>
            </a:r>
          </a:p>
        </p:txBody>
      </p:sp>
      <p:sp>
        <p:nvSpPr>
          <p:cNvPr id="7" name="Content Placeholder 6">
            <a:extLst>
              <a:ext uri="{FF2B5EF4-FFF2-40B4-BE49-F238E27FC236}">
                <a16:creationId xmlns:a16="http://schemas.microsoft.com/office/drawing/2014/main" id="{EA0137AF-6D0E-7BB0-866A-E905EF034B6D}"/>
              </a:ext>
            </a:extLst>
          </p:cNvPr>
          <p:cNvSpPr>
            <a:spLocks noGrp="1"/>
          </p:cNvSpPr>
          <p:nvPr>
            <p:ph idx="1"/>
          </p:nvPr>
        </p:nvSpPr>
        <p:spPr>
          <a:xfrm>
            <a:off x="838200" y="1477568"/>
            <a:ext cx="10515600" cy="4351338"/>
          </a:xfrm>
        </p:spPr>
        <p:txBody>
          <a:bodyPr>
            <a:noAutofit/>
          </a:bodyPr>
          <a:lstStyle/>
          <a:p>
            <a:pPr marL="342900" indent="-342900">
              <a:buFont typeface="Arial" panose="020B0604020202020204" pitchFamily="34" charset="0"/>
              <a:buChar char="•"/>
            </a:pPr>
            <a:r>
              <a:rPr lang="en-US" dirty="0"/>
              <a:t>7/2023: Elon Musk </a:t>
            </a:r>
            <a:r>
              <a:rPr lang="en-US" dirty="0" err="1"/>
              <a:t>thành</a:t>
            </a:r>
            <a:r>
              <a:rPr lang="en-US" dirty="0"/>
              <a:t> </a:t>
            </a:r>
            <a:r>
              <a:rPr lang="en-US" dirty="0" err="1"/>
              <a:t>lập</a:t>
            </a:r>
            <a:r>
              <a:rPr lang="en-US" dirty="0"/>
              <a:t> </a:t>
            </a:r>
            <a:r>
              <a:rPr lang="en-US" dirty="0" err="1"/>
              <a:t>công</a:t>
            </a:r>
            <a:r>
              <a:rPr lang="en-US" dirty="0"/>
              <a:t> ty </a:t>
            </a:r>
            <a:r>
              <a:rPr lang="en-US" b="1" dirty="0" err="1"/>
              <a:t>xAI</a:t>
            </a:r>
            <a:r>
              <a:rPr lang="en-US" dirty="0"/>
              <a:t> </a:t>
            </a:r>
            <a:r>
              <a:rPr lang="en-US" dirty="0" err="1"/>
              <a:t>với</a:t>
            </a:r>
            <a:r>
              <a:rPr lang="en-US" dirty="0"/>
              <a:t> </a:t>
            </a:r>
            <a:r>
              <a:rPr lang="en-US" dirty="0" err="1"/>
              <a:t>sứ</a:t>
            </a:r>
            <a:r>
              <a:rPr lang="en-US" dirty="0"/>
              <a:t> </a:t>
            </a:r>
            <a:r>
              <a:rPr lang="en-US" dirty="0" err="1"/>
              <a:t>mệnh</a:t>
            </a:r>
            <a:r>
              <a:rPr lang="en-US" dirty="0"/>
              <a:t> “</a:t>
            </a:r>
            <a:r>
              <a:rPr lang="en-US" dirty="0" err="1"/>
              <a:t>hiểu</a:t>
            </a:r>
            <a:r>
              <a:rPr lang="en-US" dirty="0"/>
              <a:t> </a:t>
            </a:r>
            <a:r>
              <a:rPr lang="en-US" dirty="0" err="1"/>
              <a:t>bản</a:t>
            </a:r>
            <a:r>
              <a:rPr lang="en-US" dirty="0"/>
              <a:t> </a:t>
            </a:r>
            <a:r>
              <a:rPr lang="en-US" dirty="0" err="1"/>
              <a:t>chất</a:t>
            </a:r>
            <a:r>
              <a:rPr lang="en-US" dirty="0"/>
              <a:t> </a:t>
            </a:r>
            <a:r>
              <a:rPr lang="en-US" dirty="0" err="1"/>
              <a:t>thực</a:t>
            </a:r>
            <a:r>
              <a:rPr lang="en-US" dirty="0"/>
              <a:t> </a:t>
            </a:r>
            <a:r>
              <a:rPr lang="en-US" dirty="0" err="1"/>
              <a:t>sự</a:t>
            </a:r>
            <a:r>
              <a:rPr lang="en-US" dirty="0"/>
              <a:t> </a:t>
            </a:r>
            <a:r>
              <a:rPr lang="en-US" dirty="0" err="1"/>
              <a:t>của</a:t>
            </a:r>
            <a:r>
              <a:rPr lang="en-US" dirty="0"/>
              <a:t> </a:t>
            </a:r>
            <a:r>
              <a:rPr lang="en-US" dirty="0" err="1"/>
              <a:t>vũ</a:t>
            </a:r>
            <a:r>
              <a:rPr lang="en-US" dirty="0"/>
              <a:t> </a:t>
            </a:r>
            <a:r>
              <a:rPr lang="en-US" dirty="0" err="1"/>
              <a:t>trụ</a:t>
            </a:r>
            <a:r>
              <a:rPr lang="en-US" dirty="0"/>
              <a:t>”.</a:t>
            </a:r>
          </a:p>
          <a:p>
            <a:pPr marL="342900" indent="-342900">
              <a:buFont typeface="Arial" panose="020B0604020202020204" pitchFamily="34" charset="0"/>
              <a:buChar char="•"/>
            </a:pPr>
            <a:r>
              <a:rPr lang="en-US" dirty="0"/>
              <a:t>11/2023: </a:t>
            </a:r>
            <a:r>
              <a:rPr lang="en-US" dirty="0" err="1"/>
              <a:t>công</a:t>
            </a:r>
            <a:r>
              <a:rPr lang="en-US" dirty="0"/>
              <a:t> </a:t>
            </a:r>
            <a:r>
              <a:rPr lang="en-US" dirty="0" err="1"/>
              <a:t>bố</a:t>
            </a:r>
            <a:r>
              <a:rPr lang="en-US" dirty="0"/>
              <a:t> </a:t>
            </a:r>
            <a:r>
              <a:rPr lang="en-US" b="1" dirty="0"/>
              <a:t>Grok</a:t>
            </a:r>
            <a:r>
              <a:rPr lang="en-US" dirty="0"/>
              <a:t>.</a:t>
            </a:r>
          </a:p>
          <a:p>
            <a:pPr marL="342900" indent="-342900">
              <a:buFont typeface="Arial" panose="020B0604020202020204" pitchFamily="34" charset="0"/>
              <a:buChar char="•"/>
            </a:pPr>
            <a:r>
              <a:rPr lang="vi-VN" dirty="0"/>
              <a:t>3/2024: open-source </a:t>
            </a:r>
            <a:r>
              <a:rPr lang="vi-VN" b="1" dirty="0"/>
              <a:t>Grok-1</a:t>
            </a:r>
            <a:r>
              <a:rPr lang="vi-VN" dirty="0"/>
              <a:t> dưới giấy phép Apache 2.0.</a:t>
            </a:r>
          </a:p>
          <a:p>
            <a:pPr marL="342900" indent="-342900">
              <a:buFont typeface="Arial" panose="020B0604020202020204" pitchFamily="34" charset="0"/>
              <a:buChar char="•"/>
            </a:pPr>
            <a:r>
              <a:rPr lang="vi-VN" dirty="0"/>
              <a:t>4–5/2024: </a:t>
            </a:r>
            <a:r>
              <a:rPr lang="en-US" dirty="0"/>
              <a:t>r</a:t>
            </a:r>
            <a:r>
              <a:rPr lang="vi-VN" dirty="0"/>
              <a:t>a mắt </a:t>
            </a:r>
            <a:r>
              <a:rPr lang="vi-VN" b="1" dirty="0"/>
              <a:t>Grok-1.5 </a:t>
            </a:r>
            <a:r>
              <a:rPr lang="vi-VN" dirty="0"/>
              <a:t>và</a:t>
            </a:r>
            <a:r>
              <a:rPr lang="vi-VN" b="1" dirty="0"/>
              <a:t> Grok-1.5V</a:t>
            </a:r>
            <a:r>
              <a:rPr lang="vi-VN" dirty="0"/>
              <a:t>.</a:t>
            </a:r>
            <a:endParaRPr lang="en-US" dirty="0"/>
          </a:p>
          <a:p>
            <a:pPr marL="342900" indent="-342900">
              <a:buFont typeface="Arial" panose="020B0604020202020204" pitchFamily="34" charset="0"/>
              <a:buChar char="•"/>
            </a:pPr>
            <a:r>
              <a:rPr lang="vi-VN" dirty="0"/>
              <a:t>8/2024: </a:t>
            </a:r>
            <a:r>
              <a:rPr lang="vi-VN" b="1" dirty="0"/>
              <a:t>Grok-2 </a:t>
            </a:r>
            <a:r>
              <a:rPr lang="vi-VN" dirty="0"/>
              <a:t>và</a:t>
            </a:r>
            <a:r>
              <a:rPr lang="vi-VN" b="1" dirty="0"/>
              <a:t> Grok-2 mini </a:t>
            </a:r>
            <a:r>
              <a:rPr lang="vi-VN" dirty="0"/>
              <a:t>ra mắt, tích hợp công cụ tìm kiếm hình ảnh Flux.1 của Black Forest Labs. </a:t>
            </a:r>
            <a:endParaRPr lang="en-US" dirty="0"/>
          </a:p>
          <a:p>
            <a:pPr marL="342900" indent="-342900">
              <a:buFont typeface="Arial" panose="020B0604020202020204" pitchFamily="34" charset="0"/>
              <a:buChar char="•"/>
            </a:pPr>
            <a:r>
              <a:rPr lang="en-US" dirty="0"/>
              <a:t>2/2025: </a:t>
            </a:r>
            <a:r>
              <a:rPr lang="en-US" dirty="0" err="1"/>
              <a:t>ra</a:t>
            </a:r>
            <a:r>
              <a:rPr lang="en-US" dirty="0"/>
              <a:t> </a:t>
            </a:r>
            <a:r>
              <a:rPr lang="en-US" dirty="0" err="1"/>
              <a:t>mắt</a:t>
            </a:r>
            <a:r>
              <a:rPr lang="en-US" dirty="0"/>
              <a:t> </a:t>
            </a:r>
            <a:r>
              <a:rPr lang="en-US" b="1" dirty="0"/>
              <a:t>Grok 3 </a:t>
            </a:r>
            <a:r>
              <a:rPr lang="en-US" dirty="0" err="1"/>
              <a:t>có</a:t>
            </a:r>
            <a:r>
              <a:rPr lang="en-US" dirty="0"/>
              <a:t> </a:t>
            </a:r>
            <a:r>
              <a:rPr lang="en-US" dirty="0" err="1"/>
              <a:t>chế</a:t>
            </a:r>
            <a:r>
              <a:rPr lang="en-US" dirty="0"/>
              <a:t> </a:t>
            </a:r>
            <a:r>
              <a:rPr lang="en-US" dirty="0" err="1"/>
              <a:t>độ</a:t>
            </a:r>
            <a:r>
              <a:rPr lang="en-US" dirty="0"/>
              <a:t> “Think Mode” </a:t>
            </a:r>
            <a:r>
              <a:rPr lang="en-US" dirty="0" err="1"/>
              <a:t>và</a:t>
            </a:r>
            <a:r>
              <a:rPr lang="en-US" dirty="0"/>
              <a:t> “</a:t>
            </a:r>
            <a:r>
              <a:rPr lang="en-US" dirty="0" err="1"/>
              <a:t>DeepSearch</a:t>
            </a:r>
            <a:r>
              <a:rPr lang="en-US" dirty="0"/>
              <a:t>”.</a:t>
            </a:r>
          </a:p>
          <a:p>
            <a:pPr marL="342900" indent="-342900">
              <a:buFont typeface="Arial" panose="020B0604020202020204" pitchFamily="34" charset="0"/>
              <a:buChar char="•"/>
            </a:pPr>
            <a:r>
              <a:rPr lang="en-US" dirty="0"/>
              <a:t>8/2025: </a:t>
            </a:r>
            <a:r>
              <a:rPr lang="en-US" b="1" dirty="0"/>
              <a:t>Grok 4 </a:t>
            </a:r>
            <a:r>
              <a:rPr lang="en-US" dirty="0" err="1"/>
              <a:t>ra</a:t>
            </a:r>
            <a:r>
              <a:rPr lang="en-US" dirty="0"/>
              <a:t> </a:t>
            </a:r>
            <a:r>
              <a:rPr lang="en-US" dirty="0" err="1"/>
              <a:t>mắt</a:t>
            </a:r>
            <a:r>
              <a:rPr lang="en-US" dirty="0"/>
              <a:t> – </a:t>
            </a:r>
            <a:r>
              <a:rPr lang="en-US" dirty="0" err="1"/>
              <a:t>hiện</a:t>
            </a:r>
            <a:r>
              <a:rPr lang="en-US" dirty="0"/>
              <a:t> </a:t>
            </a:r>
            <a:r>
              <a:rPr lang="en-US" dirty="0" err="1"/>
              <a:t>là</a:t>
            </a:r>
            <a:r>
              <a:rPr lang="en-US" dirty="0"/>
              <a:t> </a:t>
            </a:r>
            <a:r>
              <a:rPr lang="en-US" dirty="0" err="1"/>
              <a:t>mô</a:t>
            </a:r>
            <a:r>
              <a:rPr lang="en-US" dirty="0"/>
              <a:t> </a:t>
            </a:r>
            <a:r>
              <a:rPr lang="en-US" dirty="0" err="1"/>
              <a:t>hình</a:t>
            </a:r>
            <a:r>
              <a:rPr lang="en-US" dirty="0"/>
              <a:t> AI </a:t>
            </a:r>
            <a:r>
              <a:rPr lang="en-US" dirty="0" err="1"/>
              <a:t>mạnh</a:t>
            </a:r>
            <a:r>
              <a:rPr lang="en-US" dirty="0"/>
              <a:t> </a:t>
            </a:r>
            <a:r>
              <a:rPr lang="en-US" dirty="0" err="1"/>
              <a:t>nhất</a:t>
            </a:r>
            <a:r>
              <a:rPr lang="en-US" dirty="0"/>
              <a:t> </a:t>
            </a:r>
            <a:r>
              <a:rPr lang="en-US" dirty="0" err="1"/>
              <a:t>thế</a:t>
            </a:r>
            <a:r>
              <a:rPr lang="en-US" dirty="0"/>
              <a:t> </a:t>
            </a:r>
            <a:r>
              <a:rPr lang="en-US" dirty="0" err="1"/>
              <a:t>giới</a:t>
            </a:r>
            <a:r>
              <a:rPr lang="en-US" dirty="0"/>
              <a:t> </a:t>
            </a:r>
            <a:r>
              <a:rPr lang="en-US" dirty="0" err="1"/>
              <a:t>theo</a:t>
            </a:r>
            <a:r>
              <a:rPr lang="en-US" dirty="0"/>
              <a:t> </a:t>
            </a:r>
            <a:r>
              <a:rPr lang="en-US" dirty="0" err="1"/>
              <a:t>nhiều</a:t>
            </a:r>
            <a:r>
              <a:rPr lang="en-US" dirty="0"/>
              <a:t> </a:t>
            </a:r>
            <a:r>
              <a:rPr lang="en-US" dirty="0" err="1"/>
              <a:t>bảng</a:t>
            </a:r>
            <a:r>
              <a:rPr lang="en-US" dirty="0"/>
              <a:t> </a:t>
            </a:r>
            <a:r>
              <a:rPr lang="en-US" dirty="0" err="1"/>
              <a:t>xếp</a:t>
            </a:r>
            <a:r>
              <a:rPr lang="en-US" dirty="0"/>
              <a:t> </a:t>
            </a:r>
            <a:r>
              <a:rPr lang="en-US" dirty="0" err="1"/>
              <a:t>hạng</a:t>
            </a:r>
            <a:r>
              <a:rPr lang="en-US" dirty="0"/>
              <a:t>.</a:t>
            </a:r>
            <a:endParaRPr lang="vi-VN" dirty="0"/>
          </a:p>
        </p:txBody>
      </p:sp>
    </p:spTree>
    <p:extLst>
      <p:ext uri="{BB962C8B-B14F-4D97-AF65-F5344CB8AC3E}">
        <p14:creationId xmlns:p14="http://schemas.microsoft.com/office/powerpoint/2010/main" val="15775853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77C59-04AE-EB9F-13D5-A90D0A0355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27089D-1C78-F9E9-A740-496D131F013A}"/>
              </a:ext>
            </a:extLst>
          </p:cNvPr>
          <p:cNvSpPr>
            <a:spLocks noGrp="1"/>
          </p:cNvSpPr>
          <p:nvPr>
            <p:ph type="ctrTitle"/>
          </p:nvPr>
        </p:nvSpPr>
        <p:spPr>
          <a:xfrm>
            <a:off x="1472750" y="2347170"/>
            <a:ext cx="10029565" cy="1655762"/>
          </a:xfrm>
        </p:spPr>
        <p:txBody>
          <a:bodyPr/>
          <a:lstStyle/>
          <a:p>
            <a:r>
              <a:rPr lang="en-US" dirty="0"/>
              <a:t>3. So </a:t>
            </a:r>
            <a:r>
              <a:rPr lang="en-US" dirty="0" err="1"/>
              <a:t>sánh</a:t>
            </a:r>
            <a:r>
              <a:rPr lang="en-US" dirty="0"/>
              <a:t> </a:t>
            </a:r>
            <a:br>
              <a:rPr lang="en-US" dirty="0"/>
            </a:br>
            <a:r>
              <a:rPr lang="en-US" dirty="0" err="1"/>
              <a:t>tính</a:t>
            </a:r>
            <a:r>
              <a:rPr lang="en-US" dirty="0"/>
              <a:t> </a:t>
            </a:r>
            <a:r>
              <a:rPr lang="en-US" dirty="0" err="1"/>
              <a:t>năng</a:t>
            </a:r>
            <a:r>
              <a:rPr lang="en-US" dirty="0"/>
              <a:t> </a:t>
            </a:r>
            <a:r>
              <a:rPr lang="en-US" dirty="0" err="1"/>
              <a:t>kỹ</a:t>
            </a:r>
            <a:r>
              <a:rPr lang="en-US" dirty="0"/>
              <a:t> </a:t>
            </a:r>
            <a:r>
              <a:rPr lang="en-US" dirty="0" err="1"/>
              <a:t>thuật</a:t>
            </a:r>
            <a:r>
              <a:rPr lang="en-US" dirty="0"/>
              <a:t> </a:t>
            </a:r>
          </a:p>
        </p:txBody>
      </p:sp>
      <p:pic>
        <p:nvPicPr>
          <p:cNvPr id="5124" name="Picture 4" descr="Demystifying AI Chatbot Engineering: Building Conversational Intelligence">
            <a:extLst>
              <a:ext uri="{FF2B5EF4-FFF2-40B4-BE49-F238E27FC236}">
                <a16:creationId xmlns:a16="http://schemas.microsoft.com/office/drawing/2014/main" id="{15D5A592-B962-2504-74CC-F809B9040C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8364" y="2188723"/>
            <a:ext cx="4740194" cy="266635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5953590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8D60E809-04B4-2F7B-3903-E0311BF3009C}"/>
              </a:ext>
            </a:extLst>
          </p:cNvPr>
          <p:cNvGraphicFramePr>
            <a:graphicFrameLocks noGrp="1"/>
          </p:cNvGraphicFramePr>
          <p:nvPr>
            <p:extLst>
              <p:ext uri="{D42A27DB-BD31-4B8C-83A1-F6EECF244321}">
                <p14:modId xmlns:p14="http://schemas.microsoft.com/office/powerpoint/2010/main" val="3201405750"/>
              </p:ext>
            </p:extLst>
          </p:nvPr>
        </p:nvGraphicFramePr>
        <p:xfrm>
          <a:off x="200496" y="150689"/>
          <a:ext cx="11791008" cy="6211495"/>
        </p:xfrm>
        <a:graphic>
          <a:graphicData uri="http://schemas.openxmlformats.org/drawingml/2006/table">
            <a:tbl>
              <a:tblPr firstRow="1" bandRow="1">
                <a:tableStyleId>{5C22544A-7EE6-4342-B048-85BDC9FD1C3A}</a:tableStyleId>
              </a:tblPr>
              <a:tblGrid>
                <a:gridCol w="2947752">
                  <a:extLst>
                    <a:ext uri="{9D8B030D-6E8A-4147-A177-3AD203B41FA5}">
                      <a16:colId xmlns:a16="http://schemas.microsoft.com/office/drawing/2014/main" val="3829500610"/>
                    </a:ext>
                  </a:extLst>
                </a:gridCol>
                <a:gridCol w="2947752">
                  <a:extLst>
                    <a:ext uri="{9D8B030D-6E8A-4147-A177-3AD203B41FA5}">
                      <a16:colId xmlns:a16="http://schemas.microsoft.com/office/drawing/2014/main" val="2782858355"/>
                    </a:ext>
                  </a:extLst>
                </a:gridCol>
                <a:gridCol w="2947752">
                  <a:extLst>
                    <a:ext uri="{9D8B030D-6E8A-4147-A177-3AD203B41FA5}">
                      <a16:colId xmlns:a16="http://schemas.microsoft.com/office/drawing/2014/main" val="3072448875"/>
                    </a:ext>
                  </a:extLst>
                </a:gridCol>
                <a:gridCol w="2947752">
                  <a:extLst>
                    <a:ext uri="{9D8B030D-6E8A-4147-A177-3AD203B41FA5}">
                      <a16:colId xmlns:a16="http://schemas.microsoft.com/office/drawing/2014/main" val="435226850"/>
                    </a:ext>
                  </a:extLst>
                </a:gridCol>
              </a:tblGrid>
              <a:tr h="659242">
                <a:tc>
                  <a:txBody>
                    <a:bodyPr/>
                    <a:lstStyle/>
                    <a:p>
                      <a:pPr algn="just"/>
                      <a:r>
                        <a:rPr lang="en-US" dirty="0" err="1">
                          <a:latin typeface="Readex Pro" panose="020B0604020202020204" charset="-78"/>
                          <a:cs typeface="Readex Pro" panose="020B0604020202020204" charset="-78"/>
                        </a:rPr>
                        <a:t>Tiêu</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chí</a:t>
                      </a:r>
                      <a:endParaRPr lang="en-US" dirty="0">
                        <a:latin typeface="Readex Pro" panose="020B0604020202020204" charset="-78"/>
                        <a:cs typeface="Readex Pro" panose="020B0604020202020204" charset="-78"/>
                      </a:endParaRPr>
                    </a:p>
                  </a:txBody>
                  <a:tcPr/>
                </a:tc>
                <a:tc>
                  <a:txBody>
                    <a:bodyPr/>
                    <a:lstStyle/>
                    <a:p>
                      <a:pPr algn="just"/>
                      <a:r>
                        <a:rPr lang="en-US" dirty="0">
                          <a:latin typeface="Readex Pro" panose="020B0604020202020204" charset="-78"/>
                          <a:cs typeface="Readex Pro" panose="020B0604020202020204" charset="-78"/>
                        </a:rPr>
                        <a:t>ChatGPT</a:t>
                      </a:r>
                    </a:p>
                  </a:txBody>
                  <a:tcPr/>
                </a:tc>
                <a:tc>
                  <a:txBody>
                    <a:bodyPr/>
                    <a:lstStyle/>
                    <a:p>
                      <a:pPr algn="just"/>
                      <a:r>
                        <a:rPr lang="en-US" dirty="0">
                          <a:latin typeface="Readex Pro" panose="020B0604020202020204" charset="-78"/>
                          <a:cs typeface="Readex Pro" panose="020B0604020202020204" charset="-78"/>
                        </a:rPr>
                        <a:t>Gemini</a:t>
                      </a:r>
                    </a:p>
                  </a:txBody>
                  <a:tcPr/>
                </a:tc>
                <a:tc>
                  <a:txBody>
                    <a:bodyPr/>
                    <a:lstStyle/>
                    <a:p>
                      <a:pPr algn="just"/>
                      <a:r>
                        <a:rPr lang="en-US" dirty="0">
                          <a:latin typeface="Readex Pro" panose="020B0604020202020204" charset="-78"/>
                          <a:cs typeface="Readex Pro" panose="020B0604020202020204" charset="-78"/>
                        </a:rPr>
                        <a:t>Grok</a:t>
                      </a:r>
                    </a:p>
                  </a:txBody>
                  <a:tcPr/>
                </a:tc>
                <a:extLst>
                  <a:ext uri="{0D108BD9-81ED-4DB2-BD59-A6C34878D82A}">
                    <a16:rowId xmlns:a16="http://schemas.microsoft.com/office/drawing/2014/main" val="2305726188"/>
                  </a:ext>
                </a:extLst>
              </a:tr>
              <a:tr h="2717613">
                <a:tc>
                  <a:txBody>
                    <a:bodyPr/>
                    <a:lstStyle/>
                    <a:p>
                      <a:pPr algn="just"/>
                      <a:r>
                        <a:rPr lang="en-US" dirty="0">
                          <a:latin typeface="Readex Pro" panose="020B0604020202020204" charset="-78"/>
                          <a:cs typeface="Readex Pro" panose="020B0604020202020204" charset="-78"/>
                        </a:rPr>
                        <a:t>1.</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Khả</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năng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truy</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xuất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thông</a:t>
                      </a:r>
                      <a:r>
                        <a:rPr lang="en-US" sz="1800" kern="1200" dirty="0">
                          <a:solidFill>
                            <a:schemeClr val="dk1"/>
                          </a:solidFill>
                          <a:effectLst/>
                          <a:latin typeface="Readex Pro" panose="020B0604020202020204" charset="-78"/>
                          <a:ea typeface="+mn-ea"/>
                          <a:cs typeface="Readex Pro" panose="020B0604020202020204" charset="-78"/>
                        </a:rPr>
                        <a:t> tin </a:t>
                      </a:r>
                      <a:r>
                        <a:rPr lang="en-US" sz="1800" kern="1200" dirty="0" err="1">
                          <a:solidFill>
                            <a:schemeClr val="dk1"/>
                          </a:solidFill>
                          <a:effectLst/>
                          <a:latin typeface="Readex Pro" panose="020B0604020202020204" charset="-78"/>
                          <a:ea typeface="+mn-ea"/>
                          <a:cs typeface="Readex Pro" panose="020B0604020202020204" charset="-78"/>
                        </a:rPr>
                        <a:t>và</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tính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cập</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nhật</a:t>
                      </a:r>
                      <a:endParaRPr lang="en-US" dirty="0">
                        <a:latin typeface="Readex Pro" panose="020B0604020202020204" charset="-78"/>
                        <a:cs typeface="Readex Pro" panose="020B0604020202020204" charset="-78"/>
                      </a:endParaRPr>
                    </a:p>
                  </a:txBody>
                  <a:tcPr/>
                </a:tc>
                <a:tc>
                  <a:txBody>
                    <a:bodyPr/>
                    <a:lstStyle/>
                    <a:p>
                      <a:pPr algn="just"/>
                      <a:r>
                        <a:rPr lang="en-US" dirty="0">
                          <a:latin typeface="Readex Pro" panose="020B0604020202020204" charset="-78"/>
                          <a:cs typeface="Readex Pro" panose="020B0604020202020204" charset="-78"/>
                        </a:rPr>
                        <a:t>- </a:t>
                      </a:r>
                      <a:r>
                        <a:rPr lang="vi-VN" dirty="0">
                          <a:latin typeface="Readex Pro" panose="020B0604020202020204" charset="-78"/>
                          <a:cs typeface="Readex Pro" panose="020B0604020202020204" charset="-78"/>
                        </a:rPr>
                        <a:t>Trước đây bị hạn chế bởi dữ liệu tĩnh và mốc kiến thức.</a:t>
                      </a:r>
                    </a:p>
                    <a:p>
                      <a:pPr algn="just"/>
                      <a:r>
                        <a:rPr lang="en-US" dirty="0">
                          <a:latin typeface="Readex Pro" panose="020B0604020202020204" charset="-78"/>
                          <a:cs typeface="Readex Pro" panose="020B0604020202020204" charset="-78"/>
                        </a:rPr>
                        <a:t>- </a:t>
                      </a:r>
                      <a:r>
                        <a:rPr lang="vi-VN" dirty="0">
                          <a:latin typeface="Readex Pro" panose="020B0604020202020204" charset="-78"/>
                          <a:cs typeface="Readex Pro" panose="020B0604020202020204" charset="-78"/>
                        </a:rPr>
                        <a:t>GPT-4o khắc phục nhờ </a:t>
                      </a:r>
                      <a:r>
                        <a:rPr lang="vi-VN" b="0" dirty="0">
                          <a:latin typeface="Readex Pro" panose="020B0604020202020204" charset="-78"/>
                          <a:cs typeface="Readex Pro" panose="020B0604020202020204" charset="-78"/>
                        </a:rPr>
                        <a:t>Browse with Bing</a:t>
                      </a:r>
                      <a:r>
                        <a:rPr lang="vi-VN" dirty="0">
                          <a:latin typeface="Readex Pro" panose="020B0604020202020204" charset="-78"/>
                          <a:cs typeface="Readex Pro" panose="020B0604020202020204" charset="-78"/>
                        </a:rPr>
                        <a:t>, nhưng việc truy xuất vẫn có độ trễ do phải tìm kiếm qua bên thứ ba.</a:t>
                      </a:r>
                    </a:p>
                    <a:p>
                      <a:pPr algn="just"/>
                      <a:endParaRPr lang="en-US" dirty="0">
                        <a:latin typeface="Readex Pro" panose="020B0604020202020204" charset="-78"/>
                        <a:cs typeface="Readex Pro" panose="020B0604020202020204" charset="-78"/>
                      </a:endParaRPr>
                    </a:p>
                  </a:txBody>
                  <a:tcPr/>
                </a:tc>
                <a:tc>
                  <a:txBody>
                    <a:bodyPr/>
                    <a:lstStyle/>
                    <a:p>
                      <a:pPr algn="just"/>
                      <a:r>
                        <a:rPr lang="en-US" b="0" dirty="0">
                          <a:latin typeface="Readex Pro" panose="020B0604020202020204" charset="-78"/>
                          <a:cs typeface="Readex Pro" panose="020B0604020202020204" charset="-78"/>
                        </a:rPr>
                        <a:t>- Lợi </a:t>
                      </a:r>
                      <a:r>
                        <a:rPr lang="en-US" b="0" dirty="0" err="1">
                          <a:latin typeface="Readex Pro" panose="020B0604020202020204" charset="-78"/>
                          <a:cs typeface="Readex Pro" panose="020B0604020202020204" charset="-78"/>
                        </a:rPr>
                        <a:t>thế</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kết</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nối</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trực</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tiếp</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với</a:t>
                      </a:r>
                      <a:r>
                        <a:rPr lang="en-US" b="0" dirty="0">
                          <a:latin typeface="Readex Pro" panose="020B0604020202020204" charset="-78"/>
                          <a:cs typeface="Readex Pro" panose="020B0604020202020204" charset="-78"/>
                        </a:rPr>
                        <a:t> Google Search, </a:t>
                      </a:r>
                      <a:r>
                        <a:rPr lang="en-US" b="0" dirty="0" err="1">
                          <a:latin typeface="Readex Pro" panose="020B0604020202020204" charset="-78"/>
                          <a:cs typeface="Readex Pro" panose="020B0604020202020204" charset="-78"/>
                        </a:rPr>
                        <a:t>thông</a:t>
                      </a:r>
                      <a:r>
                        <a:rPr lang="en-US" b="0" dirty="0">
                          <a:latin typeface="Readex Pro" panose="020B0604020202020204" charset="-78"/>
                          <a:cs typeface="Readex Pro" panose="020B0604020202020204" charset="-78"/>
                        </a:rPr>
                        <a:t> tin </a:t>
                      </a:r>
                      <a:r>
                        <a:rPr lang="en-US" b="0" dirty="0" err="1">
                          <a:latin typeface="Readex Pro" panose="020B0604020202020204" charset="-78"/>
                          <a:cs typeface="Readex Pro" panose="020B0604020202020204" charset="-78"/>
                        </a:rPr>
                        <a:t>cập</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nhật</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và</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phản</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hồi</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nhanh</a:t>
                      </a:r>
                      <a:r>
                        <a:rPr lang="en-US" b="0" dirty="0">
                          <a:latin typeface="Readex Pro" panose="020B0604020202020204" charset="-78"/>
                          <a:cs typeface="Readex Pro" panose="020B0604020202020204" charset="-78"/>
                        </a:rPr>
                        <a:t>.</a:t>
                      </a:r>
                    </a:p>
                    <a:p>
                      <a:pPr algn="just"/>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Điểm</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mạnh</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là</a:t>
                      </a:r>
                      <a:r>
                        <a:rPr lang="en-US" b="0" dirty="0">
                          <a:latin typeface="Readex Pro" panose="020B0604020202020204" charset="-78"/>
                          <a:cs typeface="Readex Pro" panose="020B0604020202020204" charset="-78"/>
                        </a:rPr>
                        <a:t> Grounding, </a:t>
                      </a:r>
                      <a:r>
                        <a:rPr lang="en-US" b="0" dirty="0" err="1">
                          <a:latin typeface="Readex Pro" panose="020B0604020202020204" charset="-78"/>
                          <a:cs typeface="Readex Pro" panose="020B0604020202020204" charset="-78"/>
                        </a:rPr>
                        <a:t>cung</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cấp</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câu</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trả</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lời</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kèm</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nguồn</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dẫn</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dễ</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kiểm</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chứng</a:t>
                      </a:r>
                      <a:r>
                        <a:rPr lang="en-US" b="0" dirty="0">
                          <a:latin typeface="Readex Pro" panose="020B0604020202020204" charset="-78"/>
                          <a:cs typeface="Readex Pro" panose="020B0604020202020204" charset="-78"/>
                        </a:rPr>
                        <a:t> </a:t>
                      </a:r>
                      <a:r>
                        <a:rPr lang="en-US" b="0" dirty="0" err="1">
                          <a:latin typeface="Readex Pro" panose="020B0604020202020204" charset="-78"/>
                          <a:cs typeface="Readex Pro" panose="020B0604020202020204" charset="-78"/>
                        </a:rPr>
                        <a:t>độ</a:t>
                      </a:r>
                      <a:r>
                        <a:rPr lang="en-US" b="0" dirty="0">
                          <a:latin typeface="Readex Pro" panose="020B0604020202020204" charset="-78"/>
                          <a:cs typeface="Readex Pro" panose="020B0604020202020204" charset="-78"/>
                        </a:rPr>
                        <a:t> tin </a:t>
                      </a:r>
                      <a:r>
                        <a:rPr lang="en-US" b="0" dirty="0" err="1">
                          <a:latin typeface="Readex Pro" panose="020B0604020202020204" charset="-78"/>
                          <a:cs typeface="Readex Pro" panose="020B0604020202020204" charset="-78"/>
                        </a:rPr>
                        <a:t>cậy</a:t>
                      </a:r>
                      <a:r>
                        <a:rPr lang="en-US" b="0" dirty="0">
                          <a:latin typeface="Readex Pro" panose="020B0604020202020204" charset="-78"/>
                          <a:cs typeface="Readex Pro" panose="020B0604020202020204" charset="-78"/>
                        </a:rPr>
                        <a:t>.</a:t>
                      </a:r>
                    </a:p>
                  </a:txBody>
                  <a:tcPr/>
                </a:tc>
                <a:tc>
                  <a:txBody>
                    <a:bodyPr/>
                    <a:lstStyle/>
                    <a:p>
                      <a:pPr algn="just"/>
                      <a:r>
                        <a:rPr lang="en-US" b="0"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Khác biệt nhờ quyền truy cập vào Firehose của mạng xã hội X, cập nhật sự kiện trong thời gian thực.</a:t>
                      </a:r>
                    </a:p>
                    <a:p>
                      <a:pPr algn="just"/>
                      <a:r>
                        <a:rPr lang="en-US" b="0" dirty="0">
                          <a:latin typeface="Readex Pro" panose="020B0604020202020204" charset="-78"/>
                          <a:cs typeface="Readex Pro" panose="020B0604020202020204" charset="-78"/>
                        </a:rPr>
                        <a:t>- P</a:t>
                      </a:r>
                      <a:r>
                        <a:rPr lang="vi-VN" b="0" dirty="0">
                          <a:latin typeface="Readex Pro" panose="020B0604020202020204" charset="-78"/>
                          <a:cs typeface="Readex Pro" panose="020B0604020202020204" charset="-78"/>
                        </a:rPr>
                        <a:t>hân tích xu hướng dựa trên thảo luận trực tiếp của cộng đồng, dù dữ liệu dễ lẫn nhiễu và ý kiến chủ quan.</a:t>
                      </a:r>
                    </a:p>
                  </a:txBody>
                  <a:tcPr/>
                </a:tc>
                <a:extLst>
                  <a:ext uri="{0D108BD9-81ED-4DB2-BD59-A6C34878D82A}">
                    <a16:rowId xmlns:a16="http://schemas.microsoft.com/office/drawing/2014/main" val="4024883674"/>
                  </a:ext>
                </a:extLst>
              </a:tr>
              <a:tr h="2717613">
                <a:tc>
                  <a:txBody>
                    <a:bodyPr/>
                    <a:lstStyle/>
                    <a:p>
                      <a:pPr algn="just"/>
                      <a:r>
                        <a:rPr lang="en-US" b="0" dirty="0">
                          <a:latin typeface="Readex Pro" panose="020B0604020202020204" charset="-78"/>
                          <a:cs typeface="Readex Pro" panose="020B0604020202020204" charset="-78"/>
                        </a:rPr>
                        <a:t>2. </a:t>
                      </a:r>
                      <a:r>
                        <a:rPr lang="en-US" sz="1800" b="0" kern="1200" dirty="0" err="1">
                          <a:solidFill>
                            <a:schemeClr val="dk1"/>
                          </a:solidFill>
                          <a:effectLst/>
                          <a:latin typeface="Readex Pro" panose="020B0604020202020204" charset="-78"/>
                          <a:ea typeface="+mn-ea"/>
                          <a:cs typeface="Readex Pro" panose="020B0604020202020204" charset="-78"/>
                        </a:rPr>
                        <a:t>Cửa</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sổ</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ngữ</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cảnh</a:t>
                      </a:r>
                      <a:r>
                        <a:rPr lang="en-US" sz="1800" b="0" kern="1200" dirty="0">
                          <a:solidFill>
                            <a:schemeClr val="dk1"/>
                          </a:solidFill>
                          <a:effectLst/>
                          <a:latin typeface="Readex Pro" panose="020B0604020202020204" charset="-78"/>
                          <a:ea typeface="+mn-ea"/>
                          <a:cs typeface="Readex Pro" panose="020B0604020202020204" charset="-78"/>
                        </a:rPr>
                        <a:t> – </a:t>
                      </a:r>
                      <a:r>
                        <a:rPr lang="en-US" sz="1800" b="0" kern="1200" dirty="0" err="1">
                          <a:solidFill>
                            <a:schemeClr val="dk1"/>
                          </a:solidFill>
                          <a:effectLst/>
                          <a:latin typeface="Readex Pro" panose="020B0604020202020204" charset="-78"/>
                          <a:ea typeface="+mn-ea"/>
                          <a:cs typeface="Readex Pro" panose="020B0604020202020204" charset="-78"/>
                        </a:rPr>
                        <a:t>Bộ</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nhớ</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làm</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việc</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ngắn</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hạn</a:t>
                      </a:r>
                      <a:endParaRPr lang="en-US" b="0" dirty="0">
                        <a:latin typeface="Readex Pro" panose="020B0604020202020204" charset="-78"/>
                        <a:cs typeface="Readex Pro" panose="020B0604020202020204" charset="-78"/>
                      </a:endParaRPr>
                    </a:p>
                  </a:txBody>
                  <a:tcPr/>
                </a:tc>
                <a:tc>
                  <a:txBody>
                    <a:bodyPr/>
                    <a:lstStyle/>
                    <a:p>
                      <a:pPr algn="just"/>
                      <a:r>
                        <a:rPr lang="en-US" b="0"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Duy trì mức 128.000 token, đủ cho hầu hết nhu cầu phổ thông như tóm tắt sách hay xử lý văn bản dài.</a:t>
                      </a:r>
                    </a:p>
                    <a:p>
                      <a:pPr algn="just"/>
                      <a:r>
                        <a:rPr lang="en-US" b="0"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Bộc lộ hạn chế khi xử lý dữ liệu cực lớn, dễ “quên” thông tin ở đầu phiên làm việc.</a:t>
                      </a:r>
                    </a:p>
                  </a:txBody>
                  <a:tcPr/>
                </a:tc>
                <a:tc>
                  <a:txBody>
                    <a:bodyPr/>
                    <a:lstStyle/>
                    <a:p>
                      <a:pPr algn="just"/>
                      <a:r>
                        <a:rPr lang="en-US" b="0"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Đang dẫn đầu với khả năng xử lý 1–2 triệu token (Gemini 1.5 Pro).</a:t>
                      </a:r>
                    </a:p>
                    <a:p>
                      <a:pPr algn="just"/>
                      <a:r>
                        <a:rPr lang="en-US" b="0"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Cho phép phân tích tài liệu đồ sộ, codebase lớn hoặc nhiều video dài; tìm được chi tiết nhỏ nhất — vượt trội so với các mô hình thương mại khác.</a:t>
                      </a:r>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Hiện</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tại</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cửa</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sổ</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ngữ</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cảnh</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của</a:t>
                      </a:r>
                      <a:r>
                        <a:rPr lang="en-US" sz="1800" b="0" kern="1200" dirty="0">
                          <a:solidFill>
                            <a:schemeClr val="dk1"/>
                          </a:solidFill>
                          <a:effectLst/>
                          <a:latin typeface="Readex Pro" panose="020B0604020202020204" charset="-78"/>
                          <a:ea typeface="+mn-ea"/>
                          <a:cs typeface="Readex Pro" panose="020B0604020202020204" charset="-78"/>
                        </a:rPr>
                        <a:t> Grok </a:t>
                      </a:r>
                      <a:r>
                        <a:rPr lang="en-US" sz="1800" b="0" kern="1200" dirty="0" err="1">
                          <a:solidFill>
                            <a:schemeClr val="dk1"/>
                          </a:solidFill>
                          <a:effectLst/>
                          <a:latin typeface="Readex Pro" panose="020B0604020202020204" charset="-78"/>
                          <a:ea typeface="+mn-ea"/>
                          <a:cs typeface="Readex Pro" panose="020B0604020202020204" charset="-78"/>
                        </a:rPr>
                        <a:t>nằm</a:t>
                      </a:r>
                      <a:r>
                        <a:rPr lang="en-US" sz="1800" b="0" kern="1200" dirty="0">
                          <a:solidFill>
                            <a:schemeClr val="dk1"/>
                          </a:solidFill>
                          <a:effectLst/>
                          <a:latin typeface="Readex Pro" panose="020B0604020202020204" charset="-78"/>
                          <a:ea typeface="+mn-ea"/>
                          <a:cs typeface="Readex Pro" panose="020B0604020202020204" charset="-78"/>
                        </a:rPr>
                        <a:t> ở </a:t>
                      </a:r>
                      <a:r>
                        <a:rPr lang="en-US" sz="1800" b="0" kern="1200" dirty="0" err="1">
                          <a:solidFill>
                            <a:schemeClr val="dk1"/>
                          </a:solidFill>
                          <a:effectLst/>
                          <a:latin typeface="Readex Pro" panose="020B0604020202020204" charset="-78"/>
                          <a:ea typeface="+mn-ea"/>
                          <a:cs typeface="Readex Pro" panose="020B0604020202020204" charset="-78"/>
                        </a:rPr>
                        <a:t>mức</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trung</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bình</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khá</a:t>
                      </a:r>
                      <a:r>
                        <a:rPr lang="en-US" sz="1800" b="0" kern="1200" dirty="0">
                          <a:solidFill>
                            <a:schemeClr val="dk1"/>
                          </a:solidFill>
                          <a:effectLst/>
                          <a:latin typeface="Readex Pro" panose="020B0604020202020204" charset="-78"/>
                          <a:ea typeface="+mn-ea"/>
                          <a:cs typeface="Readex Pro" panose="020B0604020202020204" charset="-78"/>
                        </a:rPr>
                        <a:t>. </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Mô</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hình</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tập</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trung</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vào</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tốc</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độ</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phản</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hồi</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ngắn</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gọn</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hơn</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là</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khả</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năng</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đọc</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hiểu</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các</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tệp</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tài</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liệu</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quá</a:t>
                      </a:r>
                      <a:r>
                        <a:rPr lang="en-US" sz="1800" b="0" kern="1200" dirty="0">
                          <a:solidFill>
                            <a:schemeClr val="dk1"/>
                          </a:solidFill>
                          <a:effectLst/>
                          <a:latin typeface="Readex Pro" panose="020B0604020202020204" charset="-78"/>
                          <a:ea typeface="+mn-ea"/>
                          <a:cs typeface="Readex Pro" panose="020B0604020202020204" charset="-78"/>
                        </a:rPr>
                        <a:t> </a:t>
                      </a:r>
                      <a:r>
                        <a:rPr lang="en-US" sz="1800" b="0" kern="1200" dirty="0" err="1">
                          <a:solidFill>
                            <a:schemeClr val="dk1"/>
                          </a:solidFill>
                          <a:effectLst/>
                          <a:latin typeface="Readex Pro" panose="020B0604020202020204" charset="-78"/>
                          <a:ea typeface="+mn-ea"/>
                          <a:cs typeface="Readex Pro" panose="020B0604020202020204" charset="-78"/>
                        </a:rPr>
                        <a:t>khổ</a:t>
                      </a:r>
                      <a:r>
                        <a:rPr lang="en-US" sz="1800" b="0" kern="1200" dirty="0">
                          <a:solidFill>
                            <a:schemeClr val="dk1"/>
                          </a:solidFill>
                          <a:effectLst/>
                          <a:latin typeface="Readex Pro" panose="020B0604020202020204" charset="-78"/>
                          <a:ea typeface="+mn-ea"/>
                          <a:cs typeface="Readex Pro" panose="020B0604020202020204" charset="-78"/>
                        </a:rPr>
                        <a:t>.</a:t>
                      </a:r>
                    </a:p>
                  </a:txBody>
                  <a:tcPr/>
                </a:tc>
                <a:extLst>
                  <a:ext uri="{0D108BD9-81ED-4DB2-BD59-A6C34878D82A}">
                    <a16:rowId xmlns:a16="http://schemas.microsoft.com/office/drawing/2014/main" val="3400425561"/>
                  </a:ext>
                </a:extLst>
              </a:tr>
            </a:tbl>
          </a:graphicData>
        </a:graphic>
      </p:graphicFrame>
    </p:spTree>
    <p:extLst>
      <p:ext uri="{BB962C8B-B14F-4D97-AF65-F5344CB8AC3E}">
        <p14:creationId xmlns:p14="http://schemas.microsoft.com/office/powerpoint/2010/main" val="42841338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81B8D-BCF0-BD4E-88FC-D34F201A2822}"/>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B48ACDC-4E78-A0E2-F9C4-A6291745838B}"/>
              </a:ext>
            </a:extLst>
          </p:cNvPr>
          <p:cNvGraphicFramePr>
            <a:graphicFrameLocks noGrp="1"/>
          </p:cNvGraphicFramePr>
          <p:nvPr>
            <p:extLst>
              <p:ext uri="{D42A27DB-BD31-4B8C-83A1-F6EECF244321}">
                <p14:modId xmlns:p14="http://schemas.microsoft.com/office/powerpoint/2010/main" val="3026724489"/>
              </p:ext>
            </p:extLst>
          </p:nvPr>
        </p:nvGraphicFramePr>
        <p:xfrm>
          <a:off x="239408" y="179872"/>
          <a:ext cx="11696432" cy="6172291"/>
        </p:xfrm>
        <a:graphic>
          <a:graphicData uri="http://schemas.openxmlformats.org/drawingml/2006/table">
            <a:tbl>
              <a:tblPr firstRow="1" bandRow="1">
                <a:tableStyleId>{5C22544A-7EE6-4342-B048-85BDC9FD1C3A}</a:tableStyleId>
              </a:tblPr>
              <a:tblGrid>
                <a:gridCol w="2924108">
                  <a:extLst>
                    <a:ext uri="{9D8B030D-6E8A-4147-A177-3AD203B41FA5}">
                      <a16:colId xmlns:a16="http://schemas.microsoft.com/office/drawing/2014/main" val="3829500610"/>
                    </a:ext>
                  </a:extLst>
                </a:gridCol>
                <a:gridCol w="2924108">
                  <a:extLst>
                    <a:ext uri="{9D8B030D-6E8A-4147-A177-3AD203B41FA5}">
                      <a16:colId xmlns:a16="http://schemas.microsoft.com/office/drawing/2014/main" val="2782858355"/>
                    </a:ext>
                  </a:extLst>
                </a:gridCol>
                <a:gridCol w="2924108">
                  <a:extLst>
                    <a:ext uri="{9D8B030D-6E8A-4147-A177-3AD203B41FA5}">
                      <a16:colId xmlns:a16="http://schemas.microsoft.com/office/drawing/2014/main" val="3072448875"/>
                    </a:ext>
                  </a:extLst>
                </a:gridCol>
                <a:gridCol w="2924108">
                  <a:extLst>
                    <a:ext uri="{9D8B030D-6E8A-4147-A177-3AD203B41FA5}">
                      <a16:colId xmlns:a16="http://schemas.microsoft.com/office/drawing/2014/main" val="435226850"/>
                    </a:ext>
                  </a:extLst>
                </a:gridCol>
              </a:tblGrid>
              <a:tr h="785961">
                <a:tc>
                  <a:txBody>
                    <a:bodyPr/>
                    <a:lstStyle/>
                    <a:p>
                      <a:pPr algn="just"/>
                      <a:r>
                        <a:rPr lang="en-US" dirty="0" err="1">
                          <a:latin typeface="Readex Pro" panose="020B0604020202020204" charset="-78"/>
                          <a:cs typeface="Readex Pro" panose="020B0604020202020204" charset="-78"/>
                        </a:rPr>
                        <a:t>Tiêu</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chí</a:t>
                      </a:r>
                      <a:endParaRPr lang="en-US" dirty="0">
                        <a:latin typeface="Readex Pro" panose="020B0604020202020204" charset="-78"/>
                        <a:cs typeface="Readex Pro" panose="020B0604020202020204" charset="-78"/>
                      </a:endParaRPr>
                    </a:p>
                  </a:txBody>
                  <a:tcPr/>
                </a:tc>
                <a:tc>
                  <a:txBody>
                    <a:bodyPr/>
                    <a:lstStyle/>
                    <a:p>
                      <a:pPr algn="just"/>
                      <a:r>
                        <a:rPr lang="en-US" dirty="0">
                          <a:latin typeface="Readex Pro" panose="020B0604020202020204" charset="-78"/>
                          <a:cs typeface="Readex Pro" panose="020B0604020202020204" charset="-78"/>
                        </a:rPr>
                        <a:t>ChatGPT</a:t>
                      </a:r>
                    </a:p>
                  </a:txBody>
                  <a:tcPr/>
                </a:tc>
                <a:tc>
                  <a:txBody>
                    <a:bodyPr/>
                    <a:lstStyle/>
                    <a:p>
                      <a:pPr algn="just"/>
                      <a:r>
                        <a:rPr lang="en-US" dirty="0">
                          <a:latin typeface="Readex Pro" panose="020B0604020202020204" charset="-78"/>
                          <a:cs typeface="Readex Pro" panose="020B0604020202020204" charset="-78"/>
                        </a:rPr>
                        <a:t>Gemini</a:t>
                      </a:r>
                    </a:p>
                  </a:txBody>
                  <a:tcPr/>
                </a:tc>
                <a:tc>
                  <a:txBody>
                    <a:bodyPr/>
                    <a:lstStyle/>
                    <a:p>
                      <a:pPr algn="just"/>
                      <a:r>
                        <a:rPr lang="en-US" dirty="0">
                          <a:latin typeface="Readex Pro" panose="020B0604020202020204" charset="-78"/>
                          <a:cs typeface="Readex Pro" panose="020B0604020202020204" charset="-78"/>
                        </a:rPr>
                        <a:t>Grok</a:t>
                      </a:r>
                    </a:p>
                  </a:txBody>
                  <a:tcPr/>
                </a:tc>
                <a:extLst>
                  <a:ext uri="{0D108BD9-81ED-4DB2-BD59-A6C34878D82A}">
                    <a16:rowId xmlns:a16="http://schemas.microsoft.com/office/drawing/2014/main" val="2305726188"/>
                  </a:ext>
                </a:extLst>
              </a:tr>
              <a:tr h="3562504">
                <a:tc>
                  <a:txBody>
                    <a:bodyPr/>
                    <a:lstStyle/>
                    <a:p>
                      <a:pPr algn="just"/>
                      <a:r>
                        <a:rPr lang="en-US" dirty="0">
                          <a:latin typeface="Readex Pro" panose="020B0604020202020204" charset="-78"/>
                          <a:cs typeface="Readex Pro" panose="020B0604020202020204" charset="-78"/>
                        </a:rPr>
                        <a:t>3. </a:t>
                      </a:r>
                      <a:r>
                        <a:rPr lang="en-US" sz="1800" kern="1200" dirty="0" err="1">
                          <a:solidFill>
                            <a:schemeClr val="dk1"/>
                          </a:solidFill>
                          <a:effectLst/>
                          <a:latin typeface="Readex Pro" panose="020B0604020202020204" charset="-78"/>
                          <a:ea typeface="+mn-ea"/>
                          <a:cs typeface="Readex Pro" panose="020B0604020202020204" charset="-78"/>
                        </a:rPr>
                        <a:t>Năng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lực</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đa</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phương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thức</a:t>
                      </a:r>
                      <a:endParaRPr lang="en-US" dirty="0">
                        <a:latin typeface="Readex Pro" panose="020B0604020202020204" charset="-78"/>
                        <a:cs typeface="Readex Pro" panose="020B0604020202020204" charset="-78"/>
                      </a:endParaRPr>
                    </a:p>
                  </a:txBody>
                  <a:tcPr/>
                </a:tc>
                <a:tc>
                  <a:txBody>
                    <a:bodyPr/>
                    <a:lstStyle/>
                    <a:p>
                      <a:pPr algn="just"/>
                      <a:r>
                        <a:rPr lang="en-US" dirty="0" err="1">
                          <a:latin typeface="Readex Pro" panose="020B0604020202020204" charset="-78"/>
                          <a:cs typeface="Readex Pro" panose="020B0604020202020204" charset="-78"/>
                        </a:rPr>
                        <a:t>Khả</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năng</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hiểu</a:t>
                      </a:r>
                      <a:r>
                        <a:rPr lang="en-US" dirty="0">
                          <a:latin typeface="Readex Pro" panose="020B0604020202020204" charset="-78"/>
                          <a:cs typeface="Readex Pro" panose="020B0604020202020204" charset="-78"/>
                        </a:rPr>
                        <a:t>:</a:t>
                      </a:r>
                    </a:p>
                    <a:p>
                      <a:pPr algn="just"/>
                      <a:r>
                        <a:rPr lang="en-US" dirty="0">
                          <a:latin typeface="Readex Pro" panose="020B0604020202020204" charset="-78"/>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Xử</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lý</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tốt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hình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ảnh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tĩnh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nhận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diện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vật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thể</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và</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giải</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toán</a:t>
                      </a:r>
                      <a:r>
                        <a:rPr lang="en-US" sz="1800" kern="1200" dirty="0">
                          <a:solidFill>
                            <a:schemeClr val="dk1"/>
                          </a:solidFill>
                          <a:effectLst/>
                          <a:latin typeface="Readex Pro" panose="020B0604020202020204" charset="-78"/>
                          <a:ea typeface="+mn-ea"/>
                          <a:cs typeface="Readex Pro" panose="020B0604020202020204" charset="-78"/>
                        </a:rPr>
                        <a:t> qua </a:t>
                      </a:r>
                      <a:r>
                        <a:rPr lang="en-US" sz="1800" kern="1200" dirty="0" err="1">
                          <a:solidFill>
                            <a:schemeClr val="dk1"/>
                          </a:solidFill>
                          <a:effectLst/>
                          <a:latin typeface="Readex Pro" panose="020B0604020202020204" charset="-78"/>
                          <a:ea typeface="+mn-ea"/>
                          <a:cs typeface="Readex Pro" panose="020B0604020202020204" charset="-78"/>
                        </a:rPr>
                        <a:t>ảnh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chụp</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tay</a:t>
                      </a:r>
                      <a:r>
                        <a:rPr lang="en-US" sz="1800" kern="1200" dirty="0">
                          <a:solidFill>
                            <a:schemeClr val="dk1"/>
                          </a:solidFill>
                          <a:effectLst/>
                          <a:latin typeface="Readex Pro" panose="020B0604020202020204" charset="-78"/>
                          <a:ea typeface="+mn-ea"/>
                          <a:cs typeface="Readex Pro" panose="020B0604020202020204" charset="-78"/>
                        </a:rPr>
                        <a:t>.</a:t>
                      </a:r>
                    </a:p>
                    <a:p>
                      <a:pPr algn="just"/>
                      <a:endParaRPr lang="en-US" dirty="0">
                        <a:latin typeface="Readex Pro" panose="020B0604020202020204" charset="-78"/>
                        <a:cs typeface="Readex Pro" panose="020B0604020202020204" charset="-78"/>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err="1">
                          <a:latin typeface="Readex Pro" panose="020B0604020202020204" charset="-78"/>
                          <a:cs typeface="Readex Pro" panose="020B0604020202020204" charset="-78"/>
                        </a:rPr>
                        <a:t>Khả</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năng</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tạo</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sinh</a:t>
                      </a:r>
                      <a:r>
                        <a:rPr lang="en-US" dirty="0">
                          <a:latin typeface="Readex Pro" panose="020B0604020202020204" charset="-78"/>
                          <a:cs typeface="Readex Pro" panose="020B0604020202020204" charset="-78"/>
                        </a:rPr>
                        <a:t>: </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Ưu</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tiên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tính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thẩm</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mỹ</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và</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tuân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thủ</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tuyệt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đối</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câu</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lệnh</a:t>
                      </a:r>
                      <a:r>
                        <a:rPr lang="en-US" sz="1800" kern="1200" dirty="0">
                          <a:solidFill>
                            <a:schemeClr val="dk1"/>
                          </a:solidFill>
                          <a:effectLst/>
                          <a:latin typeface="Readex Pro" panose="020B0604020202020204" charset="-78"/>
                          <a:ea typeface="+mn-ea"/>
                          <a:cs typeface="Readex Pro" panose="020B0604020202020204" charset="-78"/>
                        </a:rPr>
                        <a:t>. </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Bộ</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lọc</a:t>
                      </a:r>
                      <a:r>
                        <a:rPr lang="en-US" sz="1800" kern="1200" dirty="0">
                          <a:solidFill>
                            <a:schemeClr val="dk1"/>
                          </a:solidFill>
                          <a:effectLst/>
                          <a:latin typeface="Readex Pro" panose="020B0604020202020204" charset="-78"/>
                          <a:ea typeface="+mn-ea"/>
                          <a:cs typeface="Readex Pro" panose="020B0604020202020204" charset="-78"/>
                        </a:rPr>
                        <a:t> an </a:t>
                      </a:r>
                      <a:r>
                        <a:rPr lang="en-US" sz="1800" kern="1200" dirty="0" err="1">
                          <a:solidFill>
                            <a:schemeClr val="dk1"/>
                          </a:solidFill>
                          <a:effectLst/>
                          <a:latin typeface="Readex Pro" panose="020B0604020202020204" charset="-78"/>
                          <a:ea typeface="+mn-ea"/>
                          <a:cs typeface="Readex Pro" panose="020B0604020202020204" charset="-78"/>
                        </a:rPr>
                        <a:t>toàn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rất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dày</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đặc</a:t>
                      </a:r>
                      <a:r>
                        <a:rPr lang="en-US" sz="1800" kern="1200" dirty="0">
                          <a:solidFill>
                            <a:schemeClr val="dk1"/>
                          </a:solidFill>
                          <a:effectLst/>
                          <a:latin typeface="Readex Pro" panose="020B0604020202020204" charset="-78"/>
                          <a:ea typeface="+mn-ea"/>
                          <a:cs typeface="Readex Pro" panose="020B0604020202020204" charset="-78"/>
                        </a:rPr>
                        <a:t>.</a:t>
                      </a:r>
                    </a:p>
                  </a:txBody>
                  <a:tcPr/>
                </a:tc>
                <a:tc>
                  <a:txBody>
                    <a:bodyPr/>
                    <a:lstStyle/>
                    <a:p>
                      <a:pPr algn="just"/>
                      <a:r>
                        <a:rPr lang="en-US" dirty="0" err="1">
                          <a:latin typeface="Readex Pro" panose="020B0604020202020204" charset="-78"/>
                          <a:cs typeface="Readex Pro" panose="020B0604020202020204" charset="-78"/>
                        </a:rPr>
                        <a:t>Khả</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năng</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hiểu</a:t>
                      </a:r>
                      <a:r>
                        <a:rPr lang="en-US" dirty="0">
                          <a:latin typeface="Readex Pro" panose="020B0604020202020204" charset="-78"/>
                          <a:cs typeface="Readex Pro" panose="020B0604020202020204" charset="-78"/>
                        </a:rPr>
                        <a:t>: </a:t>
                      </a:r>
                      <a:endParaRPr lang="en-US" sz="1800" kern="1200" dirty="0">
                        <a:solidFill>
                          <a:schemeClr val="dk1"/>
                        </a:solidFill>
                        <a:effectLst/>
                        <a:latin typeface="Readex Pro" panose="020B0604020202020204" charset="-78"/>
                        <a:ea typeface="+mn-ea"/>
                        <a:cs typeface="Readex Pro" panose="020B0604020202020204" charset="-78"/>
                      </a:endParaRPr>
                    </a:p>
                    <a:p>
                      <a:pPr algn="just"/>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Dẫn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đầu</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về</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khả</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năng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phân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tích</a:t>
                      </a:r>
                      <a:r>
                        <a:rPr lang="en-US" sz="1800" kern="1200" dirty="0">
                          <a:solidFill>
                            <a:schemeClr val="dk1"/>
                          </a:solidFill>
                          <a:effectLst/>
                          <a:latin typeface="Readex Pro" panose="020B0604020202020204" charset="-78"/>
                          <a:ea typeface="+mn-ea"/>
                          <a:cs typeface="Readex Pro" panose="020B0604020202020204" charset="-78"/>
                        </a:rPr>
                        <a:t> video.</a:t>
                      </a:r>
                    </a:p>
                    <a:p>
                      <a:pPr algn="just"/>
                      <a:endParaRPr lang="en-US" dirty="0">
                        <a:latin typeface="Readex Pro" panose="020B0604020202020204" charset="-78"/>
                        <a:cs typeface="Readex Pro" panose="020B0604020202020204" charset="-78"/>
                      </a:endParaRPr>
                    </a:p>
                    <a:p>
                      <a:pPr algn="just"/>
                      <a:r>
                        <a:rPr lang="en-US" dirty="0" err="1">
                          <a:latin typeface="Readex Pro" panose="020B0604020202020204" charset="-78"/>
                          <a:cs typeface="Readex Pro" panose="020B0604020202020204" charset="-78"/>
                        </a:rPr>
                        <a:t>Khả</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năng</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tạo</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sinh</a:t>
                      </a:r>
                      <a:r>
                        <a:rPr lang="en-US" dirty="0">
                          <a:latin typeface="Readex Pro" panose="020B0604020202020204" charset="-78"/>
                          <a:cs typeface="Readex Pro" panose="020B0604020202020204" charset="-78"/>
                        </a:rPr>
                        <a:t>:</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Tạo</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ra</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hình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ảnh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có</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độ</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chân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thực</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cao</a:t>
                      </a:r>
                      <a:r>
                        <a:rPr lang="en-US" sz="1800" kern="1200" dirty="0">
                          <a:solidFill>
                            <a:schemeClr val="dk1"/>
                          </a:solidFill>
                          <a:effectLst/>
                          <a:latin typeface="Readex Pro" panose="020B0604020202020204" charset="-78"/>
                          <a:ea typeface="+mn-ea"/>
                          <a:cs typeface="Readex Pro" panose="020B0604020202020204" charset="-78"/>
                        </a:rPr>
                        <a:t>.</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Cực</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kỳ</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thận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trọng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trong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việc</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tạo</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ảnh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người</a:t>
                      </a:r>
                      <a:r>
                        <a:rPr lang="en-US" sz="1800" kern="1200" dirty="0">
                          <a:solidFill>
                            <a:schemeClr val="dk1"/>
                          </a:solidFill>
                          <a:effectLst/>
                          <a:latin typeface="Readex Pro" panose="020B0604020202020204" charset="-78"/>
                          <a:ea typeface="+mn-ea"/>
                          <a:cs typeface="Readex Pro" panose="020B0604020202020204" charset="-78"/>
                        </a:rPr>
                        <a:t> do </a:t>
                      </a:r>
                      <a:r>
                        <a:rPr lang="en-US" sz="1800" kern="1200" dirty="0" err="1">
                          <a:solidFill>
                            <a:schemeClr val="dk1"/>
                          </a:solidFill>
                          <a:effectLst/>
                          <a:latin typeface="Readex Pro" panose="020B0604020202020204" charset="-78"/>
                          <a:ea typeface="+mn-ea"/>
                          <a:cs typeface="Readex Pro" panose="020B0604020202020204" charset="-78"/>
                        </a:rPr>
                        <a:t>các</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sự</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cố</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về</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thiên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kiến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lịch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sử</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trong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quá</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khứ</a:t>
                      </a:r>
                      <a:r>
                        <a:rPr lang="en-US" sz="1800" kern="1200" dirty="0">
                          <a:solidFill>
                            <a:schemeClr val="dk1"/>
                          </a:solidFill>
                          <a:effectLst/>
                          <a:latin typeface="Readex Pro" panose="020B0604020202020204" charset="-78"/>
                          <a:ea typeface="+mn-ea"/>
                          <a:cs typeface="Readex Pro" panose="020B0604020202020204" charset="-78"/>
                        </a:rPr>
                        <a:t>.</a:t>
                      </a:r>
                    </a:p>
                  </a:txBody>
                  <a:tcPr/>
                </a:tc>
                <a:tc>
                  <a:txBody>
                    <a:bodyPr/>
                    <a:lstStyle/>
                    <a:p>
                      <a:pPr algn="just"/>
                      <a:r>
                        <a:rPr lang="en-US" dirty="0" err="1">
                          <a:latin typeface="Readex Pro" panose="020B0604020202020204" charset="-78"/>
                          <a:cs typeface="Readex Pro" panose="020B0604020202020204" charset="-78"/>
                        </a:rPr>
                        <a:t>Khả</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năng</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hiểu</a:t>
                      </a:r>
                      <a:r>
                        <a:rPr lang="en-US" dirty="0">
                          <a:latin typeface="Readex Pro" panose="020B0604020202020204" charset="-78"/>
                          <a:cs typeface="Readex Pro" panose="020B0604020202020204" charset="-78"/>
                        </a:rPr>
                        <a:t>: </a:t>
                      </a:r>
                      <a:endParaRPr lang="en-US" sz="1800" kern="1200" dirty="0">
                        <a:solidFill>
                          <a:schemeClr val="dk1"/>
                        </a:solidFill>
                        <a:effectLst/>
                        <a:latin typeface="Readex Pro" panose="020B0604020202020204" charset="-78"/>
                        <a:ea typeface="+mn-ea"/>
                        <a:cs typeface="Readex Pro" panose="020B0604020202020204" charset="-78"/>
                      </a:endParaRPr>
                    </a:p>
                    <a:p>
                      <a:pPr algn="just"/>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Xử</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lý</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tốt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hình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ảnh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tĩnh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nhận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diện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vật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thể</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và</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giải</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toán</a:t>
                      </a:r>
                      <a:r>
                        <a:rPr lang="en-US" sz="1800" kern="1200" dirty="0">
                          <a:solidFill>
                            <a:schemeClr val="dk1"/>
                          </a:solidFill>
                          <a:effectLst/>
                          <a:latin typeface="Readex Pro" panose="020B0604020202020204" charset="-78"/>
                          <a:ea typeface="+mn-ea"/>
                          <a:cs typeface="Readex Pro" panose="020B0604020202020204" charset="-78"/>
                        </a:rPr>
                        <a:t> qua </a:t>
                      </a:r>
                      <a:r>
                        <a:rPr lang="en-US" sz="1800" kern="1200" dirty="0" err="1">
                          <a:solidFill>
                            <a:schemeClr val="dk1"/>
                          </a:solidFill>
                          <a:effectLst/>
                          <a:latin typeface="Readex Pro" panose="020B0604020202020204" charset="-78"/>
                          <a:ea typeface="+mn-ea"/>
                          <a:cs typeface="Readex Pro" panose="020B0604020202020204" charset="-78"/>
                        </a:rPr>
                        <a:t>ảnh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chụp</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tay</a:t>
                      </a:r>
                      <a:r>
                        <a:rPr lang="en-US" sz="1800" kern="1200" dirty="0">
                          <a:solidFill>
                            <a:schemeClr val="dk1"/>
                          </a:solidFill>
                          <a:effectLst/>
                          <a:latin typeface="Readex Pro" panose="020B0604020202020204" charset="-78"/>
                          <a:ea typeface="+mn-ea"/>
                          <a:cs typeface="Readex Pro" panose="020B0604020202020204" charset="-78"/>
                        </a:rPr>
                        <a:t>.</a:t>
                      </a:r>
                    </a:p>
                    <a:p>
                      <a:pPr algn="just"/>
                      <a:endParaRPr lang="en-US" dirty="0">
                        <a:latin typeface="Readex Pro" panose="020B0604020202020204" charset="-78"/>
                        <a:cs typeface="Readex Pro" panose="020B0604020202020204" charset="-78"/>
                      </a:endParaRPr>
                    </a:p>
                    <a:p>
                      <a:pPr algn="just"/>
                      <a:r>
                        <a:rPr lang="en-US" dirty="0" err="1">
                          <a:latin typeface="Readex Pro" panose="020B0604020202020204" charset="-78"/>
                          <a:cs typeface="Readex Pro" panose="020B0604020202020204" charset="-78"/>
                        </a:rPr>
                        <a:t>Khả</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năng</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tạo</a:t>
                      </a:r>
                      <a:r>
                        <a:rPr lang="en-US" dirty="0">
                          <a:latin typeface="Readex Pro" panose="020B0604020202020204" charset="-78"/>
                          <a:cs typeface="Readex Pro" panose="020B0604020202020204" charset="-78"/>
                        </a:rPr>
                        <a:t> </a:t>
                      </a:r>
                      <a:r>
                        <a:rPr lang="en-US" dirty="0" err="1">
                          <a:latin typeface="Readex Pro" panose="020B0604020202020204" charset="-78"/>
                          <a:cs typeface="Readex Pro" panose="020B0604020202020204" charset="-78"/>
                        </a:rPr>
                        <a:t>sinh</a:t>
                      </a:r>
                      <a:r>
                        <a:rPr lang="en-US" dirty="0">
                          <a:latin typeface="Readex Pro" panose="020B0604020202020204" charset="-78"/>
                          <a:cs typeface="Readex Pro" panose="020B0604020202020204" charset="-78"/>
                        </a:rPr>
                        <a:t>:</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latin typeface="Readex Pro" panose="020B0604020202020204" charset="-78"/>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Sử</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dụng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mô</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hình</a:t>
                      </a:r>
                      <a:r>
                        <a:rPr lang="en-US" sz="1800" kern="1200" dirty="0">
                          <a:solidFill>
                            <a:schemeClr val="dk1"/>
                          </a:solidFill>
                          <a:effectLst/>
                          <a:latin typeface="Readex Pro" panose="020B0604020202020204" charset="-78"/>
                          <a:ea typeface="+mn-ea"/>
                          <a:cs typeface="Readex Pro" panose="020B0604020202020204" charset="-78"/>
                        </a:rPr>
                        <a:t> Flux, Grok </a:t>
                      </a:r>
                      <a:r>
                        <a:rPr lang="en-US" sz="1800" kern="1200" dirty="0" err="1">
                          <a:solidFill>
                            <a:schemeClr val="dk1"/>
                          </a:solidFill>
                          <a:effectLst/>
                          <a:latin typeface="Readex Pro" panose="020B0604020202020204" charset="-78"/>
                          <a:ea typeface="+mn-ea"/>
                          <a:cs typeface="Readex Pro" panose="020B0604020202020204" charset="-78"/>
                        </a:rPr>
                        <a:t>cho</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phép</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tạo</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ra</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hình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ảnh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có</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độ</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tự</a:t>
                      </a:r>
                      <a:r>
                        <a:rPr lang="en-US" sz="1800" kern="1200" dirty="0">
                          <a:solidFill>
                            <a:schemeClr val="dk1"/>
                          </a:solidFill>
                          <a:effectLst/>
                          <a:latin typeface="Readex Pro" panose="020B0604020202020204" charset="-78"/>
                          <a:ea typeface="+mn-ea"/>
                          <a:cs typeface="Readex Pro" panose="020B0604020202020204" charset="-78"/>
                        </a:rPr>
                        <a:t> do </a:t>
                      </a:r>
                      <a:r>
                        <a:rPr lang="en-US" sz="1800" kern="1200" dirty="0" err="1">
                          <a:solidFill>
                            <a:schemeClr val="dk1"/>
                          </a:solidFill>
                          <a:effectLst/>
                          <a:latin typeface="Readex Pro" panose="020B0604020202020204" charset="-78"/>
                          <a:ea typeface="+mn-ea"/>
                          <a:cs typeface="Readex Pro" panose="020B0604020202020204" charset="-78"/>
                        </a:rPr>
                        <a:t>cao</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ít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kiểm</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duyệt</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nhưng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cũng</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gây</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tranh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cãi</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về</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đạo</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đức</a:t>
                      </a:r>
                      <a:r>
                        <a:rPr lang="en-US" sz="1800" kern="1200" dirty="0">
                          <a:solidFill>
                            <a:schemeClr val="dk1"/>
                          </a:solidFill>
                          <a:effectLst/>
                          <a:latin typeface="Readex Pro" panose="020B0604020202020204" charset="-78"/>
                          <a:ea typeface="+mn-ea"/>
                          <a:cs typeface="Readex Pro" panose="020B0604020202020204" charset="-78"/>
                        </a:rPr>
                        <a:t> (deepfake).</a:t>
                      </a:r>
                    </a:p>
                  </a:txBody>
                  <a:tcPr/>
                </a:tc>
                <a:extLst>
                  <a:ext uri="{0D108BD9-81ED-4DB2-BD59-A6C34878D82A}">
                    <a16:rowId xmlns:a16="http://schemas.microsoft.com/office/drawing/2014/main" val="3599098218"/>
                  </a:ext>
                </a:extLst>
              </a:tr>
              <a:tr h="1823826">
                <a:tc>
                  <a:txBody>
                    <a:bodyPr/>
                    <a:lstStyle/>
                    <a:p>
                      <a:pPr algn="just"/>
                      <a:r>
                        <a:rPr lang="en-US" dirty="0">
                          <a:latin typeface="Readex Pro" panose="020B0604020202020204" charset="-78"/>
                          <a:cs typeface="Readex Pro" panose="020B0604020202020204" charset="-78"/>
                        </a:rPr>
                        <a:t>4. </a:t>
                      </a:r>
                      <a:r>
                        <a:rPr lang="en-US" sz="1800" kern="1200" dirty="0">
                          <a:solidFill>
                            <a:schemeClr val="dk1"/>
                          </a:solidFill>
                          <a:effectLst/>
                          <a:latin typeface="Readex Pro" panose="020B0604020202020204" charset="-78"/>
                          <a:ea typeface="+mn-ea"/>
                          <a:cs typeface="Readex Pro" panose="020B0604020202020204" charset="-78"/>
                        </a:rPr>
                        <a:t>Phong </a:t>
                      </a:r>
                      <a:r>
                        <a:rPr lang="en-US" sz="1800" kern="1200" dirty="0" err="1">
                          <a:solidFill>
                            <a:schemeClr val="dk1"/>
                          </a:solidFill>
                          <a:effectLst/>
                          <a:latin typeface="Readex Pro" panose="020B0604020202020204" charset="-78"/>
                          <a:ea typeface="+mn-ea"/>
                          <a:cs typeface="Readex Pro" panose="020B0604020202020204" charset="-78"/>
                        </a:rPr>
                        <a:t>cách</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phản</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hồi</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và</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trải</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nghiệm</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người</a:t>
                      </a:r>
                      <a:r>
                        <a:rPr lang="en-US" sz="1800" kern="1200" dirty="0">
                          <a:solidFill>
                            <a:schemeClr val="dk1"/>
                          </a:solidFill>
                          <a:effectLst/>
                          <a:latin typeface="Readex Pro" panose="020B0604020202020204" charset="-78"/>
                          <a:ea typeface="+mn-ea"/>
                          <a:cs typeface="Readex Pro" panose="020B0604020202020204" charset="-78"/>
                        </a:rPr>
                        <a:t> </a:t>
                      </a:r>
                      <a:r>
                        <a:rPr lang="en-US" sz="1800" kern="1200" dirty="0" err="1">
                          <a:solidFill>
                            <a:schemeClr val="dk1"/>
                          </a:solidFill>
                          <a:effectLst/>
                          <a:latin typeface="Readex Pro" panose="020B0604020202020204" charset="-78"/>
                          <a:ea typeface="+mn-ea"/>
                          <a:cs typeface="Readex Pro" panose="020B0604020202020204" charset="-78"/>
                        </a:rPr>
                        <a:t>dùng</a:t>
                      </a:r>
                      <a:endParaRPr lang="en-US" dirty="0">
                        <a:latin typeface="Readex Pro" panose="020B0604020202020204" charset="-78"/>
                        <a:cs typeface="Readex Pro" panose="020B0604020202020204" charset="-78"/>
                      </a:endParaRPr>
                    </a:p>
                  </a:txBody>
                  <a:tcPr/>
                </a:tc>
                <a:tc>
                  <a:txBody>
                    <a:bodyPr/>
                    <a:lstStyle/>
                    <a:p>
                      <a:r>
                        <a:rPr lang="en-US" dirty="0">
                          <a:latin typeface="Readex Pro" panose="020B0604020202020204" charset="-78"/>
                          <a:cs typeface="Readex Pro" panose="020B0604020202020204" charset="-78"/>
                        </a:rPr>
                        <a:t>- </a:t>
                      </a:r>
                      <a:r>
                        <a:rPr lang="vi-VN" dirty="0">
                          <a:latin typeface="Readex Pro" panose="020B0604020202020204" charset="-78"/>
                          <a:cs typeface="Readex Pro" panose="020B0604020202020204" charset="-78"/>
                        </a:rPr>
                        <a:t>Văn phong trung lập, khách quan, an toàn.</a:t>
                      </a:r>
                    </a:p>
                    <a:p>
                      <a:r>
                        <a:rPr lang="en-US" dirty="0">
                          <a:latin typeface="Readex Pro" panose="020B0604020202020204" charset="-78"/>
                          <a:cs typeface="Readex Pro" panose="020B0604020202020204" charset="-78"/>
                        </a:rPr>
                        <a:t>- </a:t>
                      </a:r>
                      <a:r>
                        <a:rPr lang="vi-VN" dirty="0">
                          <a:latin typeface="Readex Pro" panose="020B0604020202020204" charset="-78"/>
                          <a:cs typeface="Readex Pro" panose="020B0604020202020204" charset="-78"/>
                        </a:rPr>
                        <a:t>Câu trả lời gãy gọn, phù hợp môi trường công sở và học thuật.</a:t>
                      </a:r>
                    </a:p>
                  </a:txBody>
                  <a:tcPr/>
                </a:tc>
                <a:tc>
                  <a:txBody>
                    <a:bodyPr/>
                    <a:lstStyle/>
                    <a:p>
                      <a:r>
                        <a:rPr lang="en-US" b="0"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Giải thích chi tiết, tính năng Show drafts cho 3 phương án trả lời.</a:t>
                      </a:r>
                    </a:p>
                    <a:p>
                      <a:r>
                        <a:rPr lang="en-US" b="0"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Tích hợp Google Docs và Gmail, tạo trải nghiệm làm việc liên tục</a:t>
                      </a:r>
                      <a:r>
                        <a:rPr lang="vi-VN" dirty="0">
                          <a:latin typeface="Readex Pro" panose="020B0604020202020204" charset="-78"/>
                          <a:cs typeface="Readex Pro" panose="020B0604020202020204" charset="-78"/>
                        </a:rPr>
                        <a:t>.</a:t>
                      </a:r>
                    </a:p>
                  </a:txBody>
                  <a:tcPr/>
                </a:tc>
                <a:tc>
                  <a:txBody>
                    <a:bodyPr/>
                    <a:lstStyle/>
                    <a:p>
                      <a:r>
                        <a:rPr lang="en-US"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Fun</a:t>
                      </a:r>
                      <a:r>
                        <a:rPr lang="vi-VN" b="1" dirty="0">
                          <a:latin typeface="Readex Pro" panose="020B0604020202020204" charset="-78"/>
                          <a:cs typeface="Readex Pro" panose="020B0604020202020204" charset="-78"/>
                        </a:rPr>
                        <a:t> </a:t>
                      </a:r>
                      <a:r>
                        <a:rPr lang="vi-VN" b="0" dirty="0">
                          <a:latin typeface="Readex Pro" panose="020B0604020202020204" charset="-78"/>
                          <a:cs typeface="Readex Pro" panose="020B0604020202020204" charset="-78"/>
                        </a:rPr>
                        <a:t>Mode</a:t>
                      </a:r>
                      <a:r>
                        <a:rPr lang="en-US" b="0" dirty="0">
                          <a:latin typeface="Readex Pro" panose="020B0604020202020204" charset="-78"/>
                          <a:cs typeface="Readex Pro" panose="020B0604020202020204" charset="-78"/>
                        </a:rPr>
                        <a:t>”</a:t>
                      </a:r>
                      <a:r>
                        <a:rPr lang="vi-VN" dirty="0">
                          <a:latin typeface="Readex Pro" panose="020B0604020202020204" charset="-78"/>
                          <a:cs typeface="Readex Pro" panose="020B0604020202020204" charset="-78"/>
                        </a:rPr>
                        <a:t> dùng ngôn ngữ châm biếm, tiếng lóng</a:t>
                      </a:r>
                      <a:r>
                        <a:rPr lang="en-US" dirty="0">
                          <a:latin typeface="Readex Pro" panose="020B0604020202020204" charset="-78"/>
                          <a:cs typeface="Readex Pro" panose="020B0604020202020204" charset="-78"/>
                        </a:rPr>
                        <a:t>.</a:t>
                      </a:r>
                      <a:endParaRPr lang="vi-VN" dirty="0">
                        <a:latin typeface="Readex Pro" panose="020B0604020202020204" charset="-78"/>
                        <a:cs typeface="Readex Pro" panose="020B0604020202020204" charset="-78"/>
                      </a:endParaRPr>
                    </a:p>
                    <a:p>
                      <a:r>
                        <a:rPr lang="en-US" dirty="0">
                          <a:latin typeface="Readex Pro" panose="020B0604020202020204" charset="-78"/>
                          <a:cs typeface="Readex Pro" panose="020B0604020202020204" charset="-78"/>
                        </a:rPr>
                        <a:t>- </a:t>
                      </a:r>
                      <a:r>
                        <a:rPr lang="vi-VN" dirty="0">
                          <a:latin typeface="Readex Pro" panose="020B0604020202020204" charset="-78"/>
                          <a:cs typeface="Readex Pro" panose="020B0604020202020204" charset="-78"/>
                        </a:rPr>
                        <a:t>Hấp dẫn người trẻ (Gen Z), nhưng không phù hợp báo cáo nghiêm túc.</a:t>
                      </a:r>
                    </a:p>
                  </a:txBody>
                  <a:tcPr/>
                </a:tc>
                <a:extLst>
                  <a:ext uri="{0D108BD9-81ED-4DB2-BD59-A6C34878D82A}">
                    <a16:rowId xmlns:a16="http://schemas.microsoft.com/office/drawing/2014/main" val="2169893050"/>
                  </a:ext>
                </a:extLst>
              </a:tr>
            </a:tbl>
          </a:graphicData>
        </a:graphic>
      </p:graphicFrame>
    </p:spTree>
    <p:extLst>
      <p:ext uri="{BB962C8B-B14F-4D97-AF65-F5344CB8AC3E}">
        <p14:creationId xmlns:p14="http://schemas.microsoft.com/office/powerpoint/2010/main" val="5104995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27618-F6E4-D664-3729-C34C803D30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10FF6A-0AF6-5F24-7DF3-E9CB4016574F}"/>
              </a:ext>
            </a:extLst>
          </p:cNvPr>
          <p:cNvSpPr>
            <a:spLocks noGrp="1"/>
          </p:cNvSpPr>
          <p:nvPr>
            <p:ph type="ctrTitle"/>
          </p:nvPr>
        </p:nvSpPr>
        <p:spPr>
          <a:xfrm>
            <a:off x="1443567" y="1773238"/>
            <a:ext cx="10029565" cy="1655762"/>
          </a:xfrm>
        </p:spPr>
        <p:txBody>
          <a:bodyPr/>
          <a:lstStyle/>
          <a:p>
            <a:r>
              <a:rPr lang="en-US" dirty="0"/>
              <a:t>4. Video </a:t>
            </a:r>
            <a:r>
              <a:rPr lang="en-US" dirty="0" err="1"/>
              <a:t>minh</a:t>
            </a:r>
            <a:r>
              <a:rPr lang="en-US" dirty="0"/>
              <a:t> </a:t>
            </a:r>
            <a:r>
              <a:rPr lang="en-US" dirty="0" err="1"/>
              <a:t>họa</a:t>
            </a:r>
            <a:r>
              <a:rPr lang="en-US" dirty="0"/>
              <a:t> </a:t>
            </a:r>
            <a:r>
              <a:rPr lang="en-US" dirty="0" err="1"/>
              <a:t>các</a:t>
            </a:r>
            <a:r>
              <a:rPr lang="en-US" dirty="0"/>
              <a:t> </a:t>
            </a:r>
            <a:r>
              <a:rPr lang="en-US" dirty="0" err="1"/>
              <a:t>công</a:t>
            </a:r>
            <a:r>
              <a:rPr lang="en-US" dirty="0"/>
              <a:t> </a:t>
            </a:r>
            <a:r>
              <a:rPr lang="en-US" dirty="0" err="1"/>
              <a:t>cụ</a:t>
            </a:r>
            <a:r>
              <a:rPr lang="en-US" dirty="0"/>
              <a:t> Chatbot AI</a:t>
            </a:r>
          </a:p>
        </p:txBody>
      </p:sp>
    </p:spTree>
    <p:extLst>
      <p:ext uri="{BB962C8B-B14F-4D97-AF65-F5344CB8AC3E}">
        <p14:creationId xmlns:p14="http://schemas.microsoft.com/office/powerpoint/2010/main" val="1282361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nline Media 2" title="So sánh các Chatbot AI">
            <a:hlinkClick r:id="" action="ppaction://media"/>
            <a:extLst>
              <a:ext uri="{FF2B5EF4-FFF2-40B4-BE49-F238E27FC236}">
                <a16:creationId xmlns:a16="http://schemas.microsoft.com/office/drawing/2014/main" id="{013FACDB-5A1F-0276-29A6-FB665161E4DB}"/>
              </a:ext>
            </a:extLst>
          </p:cNvPr>
          <p:cNvPicPr>
            <a:picLocks noRot="1" noChangeAspect="1"/>
          </p:cNvPicPr>
          <p:nvPr>
            <a:videoFile r:link="rId1"/>
          </p:nvPr>
        </p:nvPicPr>
        <p:blipFill>
          <a:blip r:embed="rId3"/>
          <a:stretch>
            <a:fillRect/>
          </a:stretch>
        </p:blipFill>
        <p:spPr>
          <a:xfrm>
            <a:off x="976009" y="233464"/>
            <a:ext cx="10515600" cy="5936669"/>
          </a:xfrm>
          <a:prstGeom prst="rect">
            <a:avLst/>
          </a:prstGeom>
        </p:spPr>
      </p:pic>
    </p:spTree>
    <p:extLst>
      <p:ext uri="{BB962C8B-B14F-4D97-AF65-F5344CB8AC3E}">
        <p14:creationId xmlns:p14="http://schemas.microsoft.com/office/powerpoint/2010/main" val="186557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FC4AC-F635-A4CF-1392-F9A158703B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7F709E-FB31-A303-6089-1BE1EE7BB659}"/>
              </a:ext>
            </a:extLst>
          </p:cNvPr>
          <p:cNvSpPr>
            <a:spLocks noGrp="1"/>
          </p:cNvSpPr>
          <p:nvPr>
            <p:ph type="ctrTitle"/>
          </p:nvPr>
        </p:nvSpPr>
        <p:spPr>
          <a:xfrm>
            <a:off x="1482479" y="2337442"/>
            <a:ext cx="4821046" cy="1655762"/>
          </a:xfrm>
        </p:spPr>
        <p:txBody>
          <a:bodyPr/>
          <a:lstStyle/>
          <a:p>
            <a:r>
              <a:rPr lang="en-US" dirty="0"/>
              <a:t>5. </a:t>
            </a:r>
            <a:r>
              <a:rPr lang="en-US" dirty="0" err="1"/>
              <a:t>Những</a:t>
            </a:r>
            <a:r>
              <a:rPr lang="en-US" dirty="0"/>
              <a:t> </a:t>
            </a:r>
            <a:r>
              <a:rPr lang="en-US" dirty="0" err="1"/>
              <a:t>hiểu</a:t>
            </a:r>
            <a:r>
              <a:rPr lang="en-US" dirty="0"/>
              <a:t> </a:t>
            </a:r>
            <a:r>
              <a:rPr lang="en-US" dirty="0" err="1"/>
              <a:t>biết</a:t>
            </a:r>
            <a:br>
              <a:rPr lang="en-US" dirty="0"/>
            </a:br>
            <a:r>
              <a:rPr lang="en-US" dirty="0" err="1"/>
              <a:t>về</a:t>
            </a:r>
            <a:r>
              <a:rPr lang="en-US" dirty="0"/>
              <a:t> </a:t>
            </a:r>
            <a:r>
              <a:rPr lang="en-US" dirty="0" err="1"/>
              <a:t>bảo</a:t>
            </a:r>
            <a:r>
              <a:rPr lang="en-US" dirty="0"/>
              <a:t> </a:t>
            </a:r>
            <a:r>
              <a:rPr lang="en-US" dirty="0" err="1"/>
              <a:t>mật</a:t>
            </a:r>
            <a:endParaRPr lang="en-US" dirty="0"/>
          </a:p>
        </p:txBody>
      </p:sp>
      <p:pic>
        <p:nvPicPr>
          <p:cNvPr id="6" name="Picture 5">
            <a:extLst>
              <a:ext uri="{FF2B5EF4-FFF2-40B4-BE49-F238E27FC236}">
                <a16:creationId xmlns:a16="http://schemas.microsoft.com/office/drawing/2014/main" id="{14189F3A-4BB6-DB6C-7238-2DD4C207BB62}"/>
              </a:ext>
            </a:extLst>
          </p:cNvPr>
          <p:cNvPicPr>
            <a:picLocks noChangeAspect="1"/>
          </p:cNvPicPr>
          <p:nvPr/>
        </p:nvPicPr>
        <p:blipFill>
          <a:blip r:embed="rId2"/>
          <a:stretch>
            <a:fillRect/>
          </a:stretch>
        </p:blipFill>
        <p:spPr>
          <a:xfrm>
            <a:off x="6303525" y="1919854"/>
            <a:ext cx="5059561" cy="3157284"/>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18083037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08C54D-88F0-1C25-D7B2-0473274C3841}"/>
              </a:ext>
            </a:extLst>
          </p:cNvPr>
          <p:cNvSpPr>
            <a:spLocks noGrp="1"/>
          </p:cNvSpPr>
          <p:nvPr>
            <p:ph type="title"/>
          </p:nvPr>
        </p:nvSpPr>
        <p:spPr/>
        <p:txBody>
          <a:bodyPr>
            <a:normAutofit/>
          </a:bodyPr>
          <a:lstStyle/>
          <a:p>
            <a:r>
              <a:rPr lang="en-US" sz="3400" dirty="0" err="1"/>
              <a:t>Những</a:t>
            </a:r>
            <a:r>
              <a:rPr lang="en-US" sz="3400" dirty="0"/>
              <a:t> </a:t>
            </a:r>
            <a:r>
              <a:rPr lang="en-US" sz="3400" dirty="0" err="1"/>
              <a:t>rủi</a:t>
            </a:r>
            <a:r>
              <a:rPr lang="en-US" sz="3400" dirty="0"/>
              <a:t> </a:t>
            </a:r>
            <a:r>
              <a:rPr lang="en-US" sz="3400" dirty="0" err="1"/>
              <a:t>ro</a:t>
            </a:r>
            <a:r>
              <a:rPr lang="en-US" sz="3400" dirty="0"/>
              <a:t> </a:t>
            </a:r>
            <a:r>
              <a:rPr lang="en-US" sz="3400" dirty="0" err="1"/>
              <a:t>chung</a:t>
            </a:r>
            <a:r>
              <a:rPr lang="en-US" sz="3400" dirty="0"/>
              <a:t> </a:t>
            </a:r>
            <a:r>
              <a:rPr lang="en-US" sz="3400" dirty="0" err="1"/>
              <a:t>đối</a:t>
            </a:r>
            <a:r>
              <a:rPr lang="en-US" sz="3400" dirty="0"/>
              <a:t> </a:t>
            </a:r>
            <a:r>
              <a:rPr lang="en-US" sz="3400" dirty="0" err="1"/>
              <a:t>với</a:t>
            </a:r>
            <a:r>
              <a:rPr lang="en-US" sz="3400" dirty="0"/>
              <a:t> ChatGPT, Gemini, Grok</a:t>
            </a:r>
          </a:p>
        </p:txBody>
      </p:sp>
      <p:sp>
        <p:nvSpPr>
          <p:cNvPr id="5" name="Content Placeholder 4">
            <a:extLst>
              <a:ext uri="{FF2B5EF4-FFF2-40B4-BE49-F238E27FC236}">
                <a16:creationId xmlns:a16="http://schemas.microsoft.com/office/drawing/2014/main" id="{4F65E5C1-7F22-6731-2664-D5C79F869F32}"/>
              </a:ext>
            </a:extLst>
          </p:cNvPr>
          <p:cNvSpPr>
            <a:spLocks noGrp="1"/>
          </p:cNvSpPr>
          <p:nvPr>
            <p:ph idx="1"/>
          </p:nvPr>
        </p:nvSpPr>
        <p:spPr>
          <a:xfrm>
            <a:off x="838200" y="1247742"/>
            <a:ext cx="10515600" cy="5279518"/>
          </a:xfrm>
        </p:spPr>
        <p:txBody>
          <a:bodyPr>
            <a:normAutofit fontScale="92500"/>
          </a:bodyPr>
          <a:lstStyle/>
          <a:p>
            <a:pPr marL="342900" indent="-342900">
              <a:buFont typeface="Arial" panose="020B0604020202020204" pitchFamily="34" charset="0"/>
              <a:buChar char="•"/>
            </a:pPr>
            <a:r>
              <a:rPr lang="vi-VN" b="1" dirty="0"/>
              <a:t>Dữ liệu nhạy cảm dễ bị lộ</a:t>
            </a:r>
            <a:r>
              <a:rPr lang="en-US" b="1" dirty="0"/>
              <a:t>: </a:t>
            </a:r>
            <a:r>
              <a:rPr lang="vi-VN" dirty="0"/>
              <a:t>chatbot AI luôn khuyến cáo không nhập thông tin nhạy cảm như dữ liệu cá nhân, mật khẩu, bí mật công ty,</a:t>
            </a:r>
            <a:r>
              <a:rPr lang="en-US" dirty="0"/>
              <a:t> </a:t>
            </a:r>
            <a:r>
              <a:rPr lang="vi-VN" dirty="0"/>
              <a:t>mã nguồn…</a:t>
            </a:r>
            <a:r>
              <a:rPr lang="en-US" dirty="0"/>
              <a:t> </a:t>
            </a:r>
            <a:r>
              <a:rPr lang="vi-VN" dirty="0"/>
              <a:t>Nếu những dữ liệu này bị lưu hoặc rò rỉ, hậu quả có thể rất nghiêm trọng.</a:t>
            </a:r>
          </a:p>
          <a:p>
            <a:pPr marL="342900" indent="-342900">
              <a:buFont typeface="Arial" panose="020B0604020202020204" pitchFamily="34" charset="0"/>
              <a:buChar char="•"/>
            </a:pPr>
            <a:r>
              <a:rPr lang="vi-VN" b="1" dirty="0"/>
              <a:t>Lịch sử trò chuyện có thể được lưu &amp; sử dụng để huấn luyện</a:t>
            </a:r>
            <a:r>
              <a:rPr lang="en-US" b="1" dirty="0"/>
              <a:t>: </a:t>
            </a:r>
            <a:r>
              <a:rPr lang="en-US" dirty="0"/>
              <a:t>n</a:t>
            </a:r>
            <a:r>
              <a:rPr lang="vi-VN" dirty="0"/>
              <a:t>hiều dịch vụ lưu nội dung trò chuyện để cải thiện mô hình hoặc để kiểm duyệt</a:t>
            </a:r>
            <a:r>
              <a:rPr lang="en-US" dirty="0"/>
              <a:t>. V</a:t>
            </a:r>
            <a:r>
              <a:rPr lang="vi-VN" dirty="0"/>
              <a:t>ì vậy</a:t>
            </a:r>
            <a:r>
              <a:rPr lang="en-US" dirty="0"/>
              <a:t> </a:t>
            </a:r>
            <a:r>
              <a:rPr lang="en-US" dirty="0" err="1"/>
              <a:t>cuộc</a:t>
            </a:r>
            <a:r>
              <a:rPr lang="vi-VN" dirty="0"/>
              <a:t> </a:t>
            </a:r>
            <a:r>
              <a:rPr lang="en-US" dirty="0" err="1"/>
              <a:t>trò</a:t>
            </a:r>
            <a:r>
              <a:rPr lang="en-US" dirty="0"/>
              <a:t> </a:t>
            </a:r>
            <a:r>
              <a:rPr lang="en-US" dirty="0" err="1"/>
              <a:t>chuyện</a:t>
            </a:r>
            <a:r>
              <a:rPr lang="vi-VN" dirty="0"/>
              <a:t> không biến mất sau khi đóng cửa sổ chat.</a:t>
            </a:r>
          </a:p>
          <a:p>
            <a:pPr marL="342900" indent="-342900">
              <a:buFont typeface="Arial" panose="020B0604020202020204" pitchFamily="34" charset="0"/>
              <a:buChar char="•"/>
            </a:pPr>
            <a:r>
              <a:rPr lang="vi-VN" b="1" dirty="0"/>
              <a:t>Nguy cơ bị tấn công &amp; rò rỉ dữ liệu</a:t>
            </a:r>
            <a:r>
              <a:rPr lang="en-US" b="1" dirty="0"/>
              <a:t>: </a:t>
            </a:r>
            <a:r>
              <a:rPr lang="en-US" dirty="0"/>
              <a:t>c</a:t>
            </a:r>
            <a:r>
              <a:rPr lang="vi-VN" dirty="0"/>
              <a:t>hatbot AI vận hành trên hệ thống trực tuyến, vì thế chúng có thể trở thành mục tiêu tấn công.</a:t>
            </a:r>
            <a:r>
              <a:rPr lang="en-US" dirty="0"/>
              <a:t> </a:t>
            </a:r>
            <a:r>
              <a:rPr lang="vi-VN" dirty="0"/>
              <a:t>Nếu server hoặc kho lưu trữ bị xâm nhập, dữ liệu người dùng có thể bị đánh cắp.</a:t>
            </a:r>
            <a:endParaRPr lang="en-US" dirty="0"/>
          </a:p>
          <a:p>
            <a:pPr marL="342900" indent="-342900">
              <a:buFont typeface="Arial" panose="020B0604020202020204" pitchFamily="34" charset="0"/>
              <a:buChar char="•"/>
            </a:pPr>
            <a:r>
              <a:rPr lang="vi-VN" b="1" dirty="0"/>
              <a:t>Thiếu minh bạch &amp; rủi ro pháp lý</a:t>
            </a:r>
            <a:r>
              <a:rPr lang="en-US" b="1" dirty="0"/>
              <a:t>: </a:t>
            </a:r>
            <a:r>
              <a:rPr lang="en-US" dirty="0"/>
              <a:t>c</a:t>
            </a:r>
            <a:r>
              <a:rPr lang="vi-VN" dirty="0"/>
              <a:t>ông nghệ AI còn mới, quy định bảo mật chưa hoàn thiện.</a:t>
            </a:r>
            <a:r>
              <a:rPr lang="en-US" dirty="0"/>
              <a:t> </a:t>
            </a:r>
            <a:r>
              <a:rPr lang="vi-VN" dirty="0"/>
              <a:t>Cách AI lưu, chia sẻ hoặc xử lý dữ liệu giữa các quốc gia còn nhiều lỗ hổng — đặc biệt ở những nơi không có luật bảo vệ dữ liệu mạnh.</a:t>
            </a:r>
          </a:p>
          <a:p>
            <a:pPr marL="342900" indent="-342900">
              <a:buFont typeface="Arial" panose="020B0604020202020204" pitchFamily="34" charset="0"/>
              <a:buChar char="•"/>
            </a:pPr>
            <a:endParaRPr lang="vi-VN" dirty="0"/>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6560966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CDFC438-7D86-D778-13B7-89D83AC8F96D}"/>
              </a:ext>
            </a:extLst>
          </p:cNvPr>
          <p:cNvGraphicFramePr>
            <a:graphicFrameLocks noGrp="1"/>
          </p:cNvGraphicFramePr>
          <p:nvPr>
            <p:extLst>
              <p:ext uri="{D42A27DB-BD31-4B8C-83A1-F6EECF244321}">
                <p14:modId xmlns:p14="http://schemas.microsoft.com/office/powerpoint/2010/main" val="2661658137"/>
              </p:ext>
            </p:extLst>
          </p:nvPr>
        </p:nvGraphicFramePr>
        <p:xfrm>
          <a:off x="381540" y="1030953"/>
          <a:ext cx="11428920" cy="5399032"/>
        </p:xfrm>
        <a:graphic>
          <a:graphicData uri="http://schemas.openxmlformats.org/drawingml/2006/table">
            <a:tbl>
              <a:tblPr firstRow="1" bandRow="1">
                <a:tableStyleId>{5C22544A-7EE6-4342-B048-85BDC9FD1C3A}</a:tableStyleId>
              </a:tblPr>
              <a:tblGrid>
                <a:gridCol w="2857230">
                  <a:extLst>
                    <a:ext uri="{9D8B030D-6E8A-4147-A177-3AD203B41FA5}">
                      <a16:colId xmlns:a16="http://schemas.microsoft.com/office/drawing/2014/main" val="3463437605"/>
                    </a:ext>
                  </a:extLst>
                </a:gridCol>
                <a:gridCol w="2857230">
                  <a:extLst>
                    <a:ext uri="{9D8B030D-6E8A-4147-A177-3AD203B41FA5}">
                      <a16:colId xmlns:a16="http://schemas.microsoft.com/office/drawing/2014/main" val="773606473"/>
                    </a:ext>
                  </a:extLst>
                </a:gridCol>
                <a:gridCol w="2921540">
                  <a:extLst>
                    <a:ext uri="{9D8B030D-6E8A-4147-A177-3AD203B41FA5}">
                      <a16:colId xmlns:a16="http://schemas.microsoft.com/office/drawing/2014/main" val="2074465942"/>
                    </a:ext>
                  </a:extLst>
                </a:gridCol>
                <a:gridCol w="2792920">
                  <a:extLst>
                    <a:ext uri="{9D8B030D-6E8A-4147-A177-3AD203B41FA5}">
                      <a16:colId xmlns:a16="http://schemas.microsoft.com/office/drawing/2014/main" val="2725979117"/>
                    </a:ext>
                  </a:extLst>
                </a:gridCol>
              </a:tblGrid>
              <a:tr h="688467">
                <a:tc>
                  <a:txBody>
                    <a:bodyPr/>
                    <a:lstStyle/>
                    <a:p>
                      <a:pPr lvl="0" algn="just" rtl="0" fontAlgn="b">
                        <a:lnSpc>
                          <a:spcPct val="100000"/>
                        </a:lnSpc>
                        <a:buNone/>
                      </a:pPr>
                      <a:r>
                        <a:rPr lang="en-US" sz="2000" dirty="0" err="1">
                          <a:effectLst/>
                          <a:latin typeface="Readex Pro" panose="020B0604020202020204" charset="-78"/>
                          <a:cs typeface="Readex Pro" panose="020B0604020202020204" charset="-78"/>
                        </a:rPr>
                        <a:t>Tính</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năng</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bảo</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mật</a:t>
                      </a:r>
                      <a:endParaRPr lang="en-US" sz="2000" dirty="0">
                        <a:effectLst/>
                        <a:latin typeface="Readex Pro" panose="020B0604020202020204" charset="-78"/>
                        <a:cs typeface="Readex Pro" panose="020B0604020202020204" charset="-78"/>
                      </a:endParaRPr>
                    </a:p>
                  </a:txBody>
                  <a:tcPr marL="108000" marR="108000" marT="15240" marB="15240" anchor="ctr"/>
                </a:tc>
                <a:tc>
                  <a:txBody>
                    <a:bodyPr/>
                    <a:lstStyle/>
                    <a:p>
                      <a:pPr lvl="0" algn="just" rtl="0" fontAlgn="b">
                        <a:lnSpc>
                          <a:spcPct val="100000"/>
                        </a:lnSpc>
                        <a:buNone/>
                      </a:pPr>
                      <a:r>
                        <a:rPr lang="en-US" sz="2000" dirty="0">
                          <a:effectLst/>
                          <a:latin typeface="Readex Pro" panose="020B0604020202020204" charset="-78"/>
                          <a:cs typeface="Readex Pro" panose="020B0604020202020204" charset="-78"/>
                        </a:rPr>
                        <a:t>ChatGPT (OpenAI)</a:t>
                      </a:r>
                    </a:p>
                  </a:txBody>
                  <a:tcPr marL="108000" marR="108000" marT="15240" marB="15240" anchor="ctr"/>
                </a:tc>
                <a:tc>
                  <a:txBody>
                    <a:bodyPr/>
                    <a:lstStyle/>
                    <a:p>
                      <a:pPr lvl="0" algn="just" rtl="0" fontAlgn="b">
                        <a:lnSpc>
                          <a:spcPct val="100000"/>
                        </a:lnSpc>
                        <a:buNone/>
                      </a:pPr>
                      <a:r>
                        <a:rPr lang="en-US" sz="2000">
                          <a:effectLst/>
                          <a:latin typeface="Readex Pro" panose="020B0604020202020204" charset="-78"/>
                          <a:cs typeface="Readex Pro" panose="020B0604020202020204" charset="-78"/>
                        </a:rPr>
                        <a:t>Gemini (Google)</a:t>
                      </a:r>
                    </a:p>
                  </a:txBody>
                  <a:tcPr marL="108000" marR="108000" marT="15240" marB="15240" anchor="ctr"/>
                </a:tc>
                <a:tc>
                  <a:txBody>
                    <a:bodyPr/>
                    <a:lstStyle/>
                    <a:p>
                      <a:pPr lvl="0" algn="just" rtl="0" fontAlgn="b">
                        <a:lnSpc>
                          <a:spcPct val="100000"/>
                        </a:lnSpc>
                        <a:buNone/>
                      </a:pPr>
                      <a:r>
                        <a:rPr lang="en-US" sz="2000">
                          <a:effectLst/>
                          <a:latin typeface="Readex Pro" panose="020B0604020202020204" charset="-78"/>
                          <a:cs typeface="Readex Pro" panose="020B0604020202020204" charset="-78"/>
                        </a:rPr>
                        <a:t>Grok (xAI)</a:t>
                      </a:r>
                    </a:p>
                  </a:txBody>
                  <a:tcPr marL="108000" marR="108000" marT="15240" marB="15240" anchor="ctr"/>
                </a:tc>
                <a:extLst>
                  <a:ext uri="{0D108BD9-81ED-4DB2-BD59-A6C34878D82A}">
                    <a16:rowId xmlns:a16="http://schemas.microsoft.com/office/drawing/2014/main" val="3798600101"/>
                  </a:ext>
                </a:extLst>
              </a:tr>
              <a:tr h="688467">
                <a:tc>
                  <a:txBody>
                    <a:bodyPr/>
                    <a:lstStyle/>
                    <a:p>
                      <a:pPr lvl="0" algn="just" rtl="0" fontAlgn="b">
                        <a:lnSpc>
                          <a:spcPct val="100000"/>
                        </a:lnSpc>
                        <a:buNone/>
                      </a:pPr>
                      <a:r>
                        <a:rPr lang="en-US" sz="2000" dirty="0" err="1">
                          <a:effectLst/>
                          <a:latin typeface="Readex Pro" panose="020B0604020202020204" charset="-78"/>
                          <a:cs typeface="Readex Pro" panose="020B0604020202020204" charset="-78"/>
                        </a:rPr>
                        <a:t>Xác</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thực</a:t>
                      </a:r>
                      <a:r>
                        <a:rPr lang="en-US" sz="2000" dirty="0">
                          <a:effectLst/>
                          <a:latin typeface="Readex Pro" panose="020B0604020202020204" charset="-78"/>
                          <a:cs typeface="Readex Pro" panose="020B0604020202020204" charset="-78"/>
                        </a:rPr>
                        <a:t> 2FA</a:t>
                      </a:r>
                    </a:p>
                  </a:txBody>
                  <a:tcPr marL="108000" marR="108000" marT="15240" marB="15240" anchor="ctr"/>
                </a:tc>
                <a:tc>
                  <a:txBody>
                    <a:bodyPr/>
                    <a:lstStyle/>
                    <a:p>
                      <a:pPr lvl="0" algn="just" rtl="0" fontAlgn="b">
                        <a:lnSpc>
                          <a:spcPct val="100000"/>
                        </a:lnSpc>
                        <a:buNone/>
                      </a:pPr>
                      <a:r>
                        <a:rPr lang="en-US" sz="2000">
                          <a:effectLst/>
                          <a:latin typeface="Readex Pro" panose="020B0604020202020204" charset="-78"/>
                          <a:cs typeface="Readex Pro" panose="020B0604020202020204" charset="-78"/>
                        </a:rPr>
                        <a:t>Có (rất khuyến khích)</a:t>
                      </a:r>
                    </a:p>
                  </a:txBody>
                  <a:tcPr marL="108000" marR="108000" marT="15240" marB="15240" anchor="ctr"/>
                </a:tc>
                <a:tc>
                  <a:txBody>
                    <a:bodyPr/>
                    <a:lstStyle/>
                    <a:p>
                      <a:pPr lvl="0" algn="just" rtl="0" fontAlgn="b">
                        <a:lnSpc>
                          <a:spcPct val="100000"/>
                        </a:lnSpc>
                        <a:buNone/>
                      </a:pPr>
                      <a:r>
                        <a:rPr lang="en-US" sz="2000" dirty="0" err="1">
                          <a:effectLst/>
                          <a:latin typeface="Readex Pro" panose="020B0604020202020204" charset="-78"/>
                          <a:cs typeface="Readex Pro" panose="020B0604020202020204" charset="-78"/>
                        </a:rPr>
                        <a:t>Có</a:t>
                      </a:r>
                      <a:r>
                        <a:rPr lang="en-US" sz="2000" dirty="0">
                          <a:effectLst/>
                          <a:latin typeface="Readex Pro" panose="020B0604020202020204" charset="-78"/>
                          <a:cs typeface="Readex Pro" panose="020B0604020202020204" charset="-78"/>
                        </a:rPr>
                        <a:t> (qua </a:t>
                      </a:r>
                      <a:r>
                        <a:rPr lang="en-US" sz="2000" dirty="0" err="1">
                          <a:effectLst/>
                          <a:latin typeface="Readex Pro" panose="020B0604020202020204" charset="-78"/>
                          <a:cs typeface="Readex Pro" panose="020B0604020202020204" charset="-78"/>
                        </a:rPr>
                        <a:t>tài</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khoản</a:t>
                      </a:r>
                      <a:r>
                        <a:rPr lang="en-US" sz="2000" dirty="0">
                          <a:effectLst/>
                          <a:latin typeface="Readex Pro" panose="020B0604020202020204" charset="-78"/>
                          <a:cs typeface="Readex Pro" panose="020B0604020202020204" charset="-78"/>
                        </a:rPr>
                        <a:t> Google)</a:t>
                      </a:r>
                    </a:p>
                  </a:txBody>
                  <a:tcPr marL="108000" marR="108000" marT="15240" marB="15240" anchor="ctr"/>
                </a:tc>
                <a:tc>
                  <a:txBody>
                    <a:bodyPr/>
                    <a:lstStyle/>
                    <a:p>
                      <a:pPr lvl="0" algn="just" rtl="0" fontAlgn="b">
                        <a:lnSpc>
                          <a:spcPct val="100000"/>
                        </a:lnSpc>
                        <a:buNone/>
                      </a:pPr>
                      <a:r>
                        <a:rPr lang="en-US" sz="2000" dirty="0" err="1">
                          <a:effectLst/>
                          <a:latin typeface="Readex Pro" panose="020B0604020202020204" charset="-78"/>
                          <a:cs typeface="Readex Pro" panose="020B0604020202020204" charset="-78"/>
                        </a:rPr>
                        <a:t>Có</a:t>
                      </a:r>
                      <a:r>
                        <a:rPr lang="en-US" sz="2000" dirty="0">
                          <a:effectLst/>
                          <a:latin typeface="Readex Pro" panose="020B0604020202020204" charset="-78"/>
                          <a:cs typeface="Readex Pro" panose="020B0604020202020204" charset="-78"/>
                        </a:rPr>
                        <a:t> (qua </a:t>
                      </a:r>
                      <a:r>
                        <a:rPr lang="en-US" sz="2000" dirty="0" err="1">
                          <a:effectLst/>
                          <a:latin typeface="Readex Pro" panose="020B0604020202020204" charset="-78"/>
                          <a:cs typeface="Readex Pro" panose="020B0604020202020204" charset="-78"/>
                        </a:rPr>
                        <a:t>tài</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khoản</a:t>
                      </a:r>
                      <a:r>
                        <a:rPr lang="en-US" sz="2000" dirty="0">
                          <a:effectLst/>
                          <a:latin typeface="Readex Pro" panose="020B0604020202020204" charset="-78"/>
                          <a:cs typeface="Readex Pro" panose="020B0604020202020204" charset="-78"/>
                        </a:rPr>
                        <a:t> X/Twitter)</a:t>
                      </a:r>
                    </a:p>
                  </a:txBody>
                  <a:tcPr marL="108000" marR="108000" marT="15240" marB="15240" anchor="ctr"/>
                </a:tc>
                <a:extLst>
                  <a:ext uri="{0D108BD9-81ED-4DB2-BD59-A6C34878D82A}">
                    <a16:rowId xmlns:a16="http://schemas.microsoft.com/office/drawing/2014/main" val="3376932086"/>
                  </a:ext>
                </a:extLst>
              </a:tr>
              <a:tr h="1014583">
                <a:tc>
                  <a:txBody>
                    <a:bodyPr/>
                    <a:lstStyle/>
                    <a:p>
                      <a:pPr lvl="0" algn="just" rtl="0" fontAlgn="b">
                        <a:lnSpc>
                          <a:spcPct val="100000"/>
                        </a:lnSpc>
                        <a:buNone/>
                      </a:pPr>
                      <a:r>
                        <a:rPr lang="en-US" sz="2000" dirty="0" err="1">
                          <a:effectLst/>
                          <a:latin typeface="Readex Pro" panose="020B0604020202020204" charset="-78"/>
                          <a:cs typeface="Readex Pro" panose="020B0604020202020204" charset="-78"/>
                        </a:rPr>
                        <a:t>Kiểm</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soát</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dữ</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liệu</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huấn</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luyện</a:t>
                      </a:r>
                      <a:endParaRPr lang="en-US" sz="2000" dirty="0">
                        <a:effectLst/>
                        <a:latin typeface="Readex Pro" panose="020B0604020202020204" charset="-78"/>
                        <a:cs typeface="Readex Pro" panose="020B0604020202020204" charset="-78"/>
                      </a:endParaRPr>
                    </a:p>
                  </a:txBody>
                  <a:tcPr marL="108000" marR="108000" marT="15240" marB="15240" anchor="ctr"/>
                </a:tc>
                <a:tc>
                  <a:txBody>
                    <a:bodyPr/>
                    <a:lstStyle/>
                    <a:p>
                      <a:pPr lvl="0" algn="just" rtl="0" fontAlgn="b">
                        <a:lnSpc>
                          <a:spcPct val="100000"/>
                        </a:lnSpc>
                        <a:buNone/>
                      </a:pPr>
                      <a:r>
                        <a:rPr lang="vi-VN" sz="2000">
                          <a:effectLst/>
                          <a:latin typeface="Readex Pro" panose="020B0604020202020204" charset="-78"/>
                          <a:cs typeface="Readex Pro" panose="020B0604020202020204" charset="-78"/>
                        </a:rPr>
                        <a:t>Có (có thể tắt lưu lịch sử)</a:t>
                      </a:r>
                    </a:p>
                  </a:txBody>
                  <a:tcPr marL="108000" marR="108000" marT="15240" marB="15240" anchor="ctr"/>
                </a:tc>
                <a:tc>
                  <a:txBody>
                    <a:bodyPr/>
                    <a:lstStyle/>
                    <a:p>
                      <a:pPr lvl="0" algn="just" rtl="0" fontAlgn="b">
                        <a:lnSpc>
                          <a:spcPct val="100000"/>
                        </a:lnSpc>
                        <a:buNone/>
                      </a:pPr>
                      <a:r>
                        <a:rPr lang="en-US" sz="2000">
                          <a:effectLst/>
                          <a:latin typeface="Readex Pro" panose="020B0604020202020204" charset="-78"/>
                          <a:cs typeface="Readex Pro" panose="020B0604020202020204" charset="-78"/>
                        </a:rPr>
                        <a:t>Có (quản lý hoạt động, tự động xóa)</a:t>
                      </a:r>
                    </a:p>
                  </a:txBody>
                  <a:tcPr marL="108000" marR="108000" marT="15240" marB="15240" anchor="ctr"/>
                </a:tc>
                <a:tc>
                  <a:txBody>
                    <a:bodyPr/>
                    <a:lstStyle/>
                    <a:p>
                      <a:pPr lvl="0" algn="just" rtl="0" fontAlgn="b">
                        <a:lnSpc>
                          <a:spcPct val="100000"/>
                        </a:lnSpc>
                        <a:buNone/>
                      </a:pPr>
                      <a:r>
                        <a:rPr lang="vi-VN" sz="2000">
                          <a:effectLst/>
                          <a:latin typeface="Readex Pro" panose="020B0604020202020204" charset="-78"/>
                          <a:cs typeface="Readex Pro" panose="020B0604020202020204" charset="-78"/>
                        </a:rPr>
                        <a:t>Ít thông tin chi tiết công khai hơn</a:t>
                      </a:r>
                    </a:p>
                  </a:txBody>
                  <a:tcPr marL="108000" marR="108000" marT="15240" marB="15240" anchor="ctr"/>
                </a:tc>
                <a:extLst>
                  <a:ext uri="{0D108BD9-81ED-4DB2-BD59-A6C34878D82A}">
                    <a16:rowId xmlns:a16="http://schemas.microsoft.com/office/drawing/2014/main" val="747224929"/>
                  </a:ext>
                </a:extLst>
              </a:tr>
              <a:tr h="1340699">
                <a:tc>
                  <a:txBody>
                    <a:bodyPr/>
                    <a:lstStyle/>
                    <a:p>
                      <a:pPr lvl="0" algn="just" rtl="0" fontAlgn="b">
                        <a:lnSpc>
                          <a:spcPct val="100000"/>
                        </a:lnSpc>
                        <a:buNone/>
                      </a:pPr>
                      <a:r>
                        <a:rPr lang="en-US" sz="2000" dirty="0" err="1">
                          <a:effectLst/>
                          <a:latin typeface="Readex Pro" panose="020B0604020202020204" charset="-78"/>
                          <a:cs typeface="Readex Pro" panose="020B0604020202020204" charset="-78"/>
                        </a:rPr>
                        <a:t>Rủi</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ro</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tích</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hợp</a:t>
                      </a:r>
                      <a:endParaRPr lang="en-US" sz="2000" dirty="0">
                        <a:effectLst/>
                        <a:latin typeface="Readex Pro" panose="020B0604020202020204" charset="-78"/>
                        <a:cs typeface="Readex Pro" panose="020B0604020202020204" charset="-78"/>
                      </a:endParaRPr>
                    </a:p>
                  </a:txBody>
                  <a:tcPr marL="108000" marR="108000" marT="15240" marB="15240" anchor="ctr"/>
                </a:tc>
                <a:tc>
                  <a:txBody>
                    <a:bodyPr/>
                    <a:lstStyle/>
                    <a:p>
                      <a:pPr lvl="0" algn="just" rtl="0" fontAlgn="b">
                        <a:lnSpc>
                          <a:spcPct val="100000"/>
                        </a:lnSpc>
                        <a:buNone/>
                      </a:pPr>
                      <a:r>
                        <a:rPr lang="vi-VN" sz="2000">
                          <a:effectLst/>
                          <a:latin typeface="Readex Pro" panose="020B0604020202020204" charset="-78"/>
                          <a:cs typeface="Readex Pro" panose="020B0604020202020204" charset="-78"/>
                        </a:rPr>
                        <a:t>Thấp hơn (trừ khi sử dụng API trong ứng dụng)</a:t>
                      </a:r>
                    </a:p>
                  </a:txBody>
                  <a:tcPr marL="108000" marR="108000" marT="15240" marB="15240" anchor="ctr"/>
                </a:tc>
                <a:tc>
                  <a:txBody>
                    <a:bodyPr/>
                    <a:lstStyle/>
                    <a:p>
                      <a:pPr lvl="0" algn="just" rtl="0" fontAlgn="b">
                        <a:lnSpc>
                          <a:spcPct val="100000"/>
                        </a:lnSpc>
                        <a:buNone/>
                      </a:pPr>
                      <a:r>
                        <a:rPr lang="en-US" sz="2000" dirty="0">
                          <a:effectLst/>
                          <a:latin typeface="Readex Pro" panose="020B0604020202020204" charset="-78"/>
                          <a:cs typeface="Readex Pro" panose="020B0604020202020204" charset="-78"/>
                        </a:rPr>
                        <a:t>Cao (</a:t>
                      </a:r>
                      <a:r>
                        <a:rPr lang="en-US" sz="2000" dirty="0" err="1">
                          <a:effectLst/>
                          <a:latin typeface="Readex Pro" panose="020B0604020202020204" charset="-78"/>
                          <a:cs typeface="Readex Pro" panose="020B0604020202020204" charset="-78"/>
                        </a:rPr>
                        <a:t>Tích</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hợp</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sâu</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vào</a:t>
                      </a:r>
                      <a:r>
                        <a:rPr lang="en-US" sz="2000" dirty="0">
                          <a:effectLst/>
                          <a:latin typeface="Readex Pro" panose="020B0604020202020204" charset="-78"/>
                          <a:cs typeface="Readex Pro" panose="020B0604020202020204" charset="-78"/>
                        </a:rPr>
                        <a:t> Google Workspace)</a:t>
                      </a:r>
                    </a:p>
                  </a:txBody>
                  <a:tcPr marL="108000" marR="108000" marT="15240" marB="15240" anchor="ctr"/>
                </a:tc>
                <a:tc>
                  <a:txBody>
                    <a:bodyPr/>
                    <a:lstStyle/>
                    <a:p>
                      <a:pPr lvl="0" algn="just" rtl="0" fontAlgn="b">
                        <a:lnSpc>
                          <a:spcPct val="100000"/>
                        </a:lnSpc>
                        <a:buNone/>
                      </a:pPr>
                      <a:r>
                        <a:rPr lang="en-US" sz="2000">
                          <a:effectLst/>
                          <a:latin typeface="Readex Pro" panose="020B0604020202020204" charset="-78"/>
                          <a:cs typeface="Readex Pro" panose="020B0604020202020204" charset="-78"/>
                        </a:rPr>
                        <a:t>Cao (Tích hợp sâu vào nền tảng X, rủi ro tin giả/độc hại)</a:t>
                      </a:r>
                    </a:p>
                  </a:txBody>
                  <a:tcPr marL="108000" marR="108000" marT="15240" marB="15240" anchor="ctr"/>
                </a:tc>
                <a:extLst>
                  <a:ext uri="{0D108BD9-81ED-4DB2-BD59-A6C34878D82A}">
                    <a16:rowId xmlns:a16="http://schemas.microsoft.com/office/drawing/2014/main" val="2369439269"/>
                  </a:ext>
                </a:extLst>
              </a:tr>
              <a:tr h="1666816">
                <a:tc>
                  <a:txBody>
                    <a:bodyPr/>
                    <a:lstStyle/>
                    <a:p>
                      <a:pPr lvl="0" algn="just" rtl="0" fontAlgn="b">
                        <a:lnSpc>
                          <a:spcPct val="100000"/>
                        </a:lnSpc>
                        <a:buNone/>
                      </a:pPr>
                      <a:r>
                        <a:rPr lang="en-US" sz="2000" dirty="0">
                          <a:effectLst/>
                          <a:latin typeface="Readex Pro" panose="020B0604020202020204" charset="-78"/>
                          <a:cs typeface="Readex Pro" panose="020B0604020202020204" charset="-78"/>
                        </a:rPr>
                        <a:t>An </a:t>
                      </a:r>
                      <a:r>
                        <a:rPr lang="en-US" sz="2000" dirty="0" err="1">
                          <a:effectLst/>
                          <a:latin typeface="Readex Pro" panose="020B0604020202020204" charset="-78"/>
                          <a:cs typeface="Readex Pro" panose="020B0604020202020204" charset="-78"/>
                        </a:rPr>
                        <a:t>toàn</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mô</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hình</a:t>
                      </a:r>
                      <a:r>
                        <a:rPr lang="en-US" sz="2000" dirty="0">
                          <a:effectLst/>
                          <a:latin typeface="Readex Pro" panose="020B0604020202020204" charset="-78"/>
                          <a:cs typeface="Readex Pro" panose="020B0604020202020204" charset="-78"/>
                        </a:rPr>
                        <a:t> (Safety)</a:t>
                      </a:r>
                    </a:p>
                  </a:txBody>
                  <a:tcPr marL="108000" marR="108000" marT="15240" marB="15240" anchor="ctr"/>
                </a:tc>
                <a:tc>
                  <a:txBody>
                    <a:bodyPr/>
                    <a:lstStyle/>
                    <a:p>
                      <a:pPr lvl="0" algn="just" rtl="0" fontAlgn="b">
                        <a:lnSpc>
                          <a:spcPct val="100000"/>
                        </a:lnSpc>
                        <a:buNone/>
                      </a:pPr>
                      <a:r>
                        <a:rPr lang="vi-VN" sz="2000">
                          <a:effectLst/>
                          <a:latin typeface="Readex Pro" panose="020B0604020202020204" charset="-78"/>
                          <a:cs typeface="Readex Pro" panose="020B0604020202020204" charset="-78"/>
                        </a:rPr>
                        <a:t>Hệ thống kiểm duyệt lâu đời, tương đối nghiêm ngặt</a:t>
                      </a:r>
                    </a:p>
                  </a:txBody>
                  <a:tcPr marL="108000" marR="108000" marT="15240" marB="15240" anchor="ctr"/>
                </a:tc>
                <a:tc>
                  <a:txBody>
                    <a:bodyPr/>
                    <a:lstStyle/>
                    <a:p>
                      <a:pPr lvl="0" algn="just" rtl="0" fontAlgn="b">
                        <a:lnSpc>
                          <a:spcPct val="100000"/>
                        </a:lnSpc>
                        <a:buNone/>
                      </a:pPr>
                      <a:r>
                        <a:rPr lang="en-US" sz="2000" dirty="0" err="1">
                          <a:effectLst/>
                          <a:latin typeface="Readex Pro" panose="020B0604020202020204" charset="-78"/>
                          <a:cs typeface="Readex Pro" panose="020B0604020202020204" charset="-78"/>
                        </a:rPr>
                        <a:t>Hệ</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thống</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kiểm</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duyệt</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nghiêm</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ngặt</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chú</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trọng</a:t>
                      </a:r>
                      <a:r>
                        <a:rPr lang="en-US" sz="2000" dirty="0">
                          <a:effectLst/>
                          <a:latin typeface="Readex Pro" panose="020B0604020202020204" charset="-78"/>
                          <a:cs typeface="Readex Pro" panose="020B0604020202020204" charset="-78"/>
                        </a:rPr>
                        <a:t> an </a:t>
                      </a:r>
                      <a:r>
                        <a:rPr lang="en-US" sz="2000" dirty="0" err="1">
                          <a:effectLst/>
                          <a:latin typeface="Readex Pro" panose="020B0604020202020204" charset="-78"/>
                          <a:cs typeface="Readex Pro" panose="020B0604020202020204" charset="-78"/>
                        </a:rPr>
                        <a:t>toàn</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doanh</a:t>
                      </a:r>
                      <a:r>
                        <a:rPr lang="en-US" sz="2000" dirty="0">
                          <a:effectLst/>
                          <a:latin typeface="Readex Pro" panose="020B0604020202020204" charset="-78"/>
                          <a:cs typeface="Readex Pro" panose="020B0604020202020204" charset="-78"/>
                        </a:rPr>
                        <a:t> </a:t>
                      </a:r>
                      <a:r>
                        <a:rPr lang="en-US" sz="2000" dirty="0" err="1">
                          <a:effectLst/>
                          <a:latin typeface="Readex Pro" panose="020B0604020202020204" charset="-78"/>
                          <a:cs typeface="Readex Pro" panose="020B0604020202020204" charset="-78"/>
                        </a:rPr>
                        <a:t>nghiệp</a:t>
                      </a:r>
                      <a:endParaRPr lang="en-US" sz="2000" dirty="0">
                        <a:effectLst/>
                        <a:latin typeface="Readex Pro" panose="020B0604020202020204" charset="-78"/>
                        <a:cs typeface="Readex Pro" panose="020B0604020202020204" charset="-78"/>
                      </a:endParaRPr>
                    </a:p>
                  </a:txBody>
                  <a:tcPr marL="108000" marR="108000" marT="15240" marB="15240" anchor="ctr"/>
                </a:tc>
                <a:tc>
                  <a:txBody>
                    <a:bodyPr/>
                    <a:lstStyle/>
                    <a:p>
                      <a:pPr lvl="0" algn="just" rtl="0" fontAlgn="b">
                        <a:lnSpc>
                          <a:spcPct val="100000"/>
                        </a:lnSpc>
                        <a:buNone/>
                      </a:pPr>
                      <a:r>
                        <a:rPr lang="vi-VN" sz="2000" dirty="0">
                          <a:effectLst/>
                          <a:latin typeface="Readex Pro" panose="020B0604020202020204" charset="-78"/>
                          <a:cs typeface="Readex Pro" panose="020B0604020202020204" charset="-78"/>
                        </a:rPr>
                        <a:t>Phong cách "ít hạn chế" hơn, có thể dễ bị khai thác cho nội dung độc hại hơn.</a:t>
                      </a:r>
                    </a:p>
                  </a:txBody>
                  <a:tcPr marL="108000" marR="108000" marT="15240" marB="15240" anchor="ctr"/>
                </a:tc>
                <a:extLst>
                  <a:ext uri="{0D108BD9-81ED-4DB2-BD59-A6C34878D82A}">
                    <a16:rowId xmlns:a16="http://schemas.microsoft.com/office/drawing/2014/main" val="3770740922"/>
                  </a:ext>
                </a:extLst>
              </a:tr>
            </a:tbl>
          </a:graphicData>
        </a:graphic>
      </p:graphicFrame>
      <p:sp>
        <p:nvSpPr>
          <p:cNvPr id="2" name="Title 3">
            <a:extLst>
              <a:ext uri="{FF2B5EF4-FFF2-40B4-BE49-F238E27FC236}">
                <a16:creationId xmlns:a16="http://schemas.microsoft.com/office/drawing/2014/main" id="{6E56AA97-32C6-B3CC-D2D5-2C09ABDD0D20}"/>
              </a:ext>
            </a:extLst>
          </p:cNvPr>
          <p:cNvSpPr txBox="1">
            <a:spLocks/>
          </p:cNvSpPr>
          <p:nvPr/>
        </p:nvSpPr>
        <p:spPr>
          <a:xfrm>
            <a:off x="838200" y="152005"/>
            <a:ext cx="10515600" cy="1325563"/>
          </a:xfrm>
          <a:prstGeom prst="rect">
            <a:avLst/>
          </a:prstGeom>
        </p:spPr>
        <p:txBody>
          <a:bodyPr>
            <a:normAutofit/>
          </a:bodyPr>
          <a:lstStyle>
            <a:lvl1pPr algn="l" defTabSz="914400" rtl="0" eaLnBrk="1" latinLnBrk="0" hangingPunct="1">
              <a:lnSpc>
                <a:spcPct val="90000"/>
              </a:lnSpc>
              <a:spcBef>
                <a:spcPct val="0"/>
              </a:spcBef>
              <a:buNone/>
              <a:defRPr sz="4400" b="0" i="0" kern="1200">
                <a:solidFill>
                  <a:schemeClr val="tx1"/>
                </a:solidFill>
                <a:latin typeface="K2D" panose="00000500000000000000" pitchFamily="2" charset="-34"/>
                <a:ea typeface="+mj-ea"/>
                <a:cs typeface="+mj-cs"/>
              </a:defRPr>
            </a:lvl1pPr>
          </a:lstStyle>
          <a:p>
            <a:endParaRPr lang="en-US" sz="3400" dirty="0"/>
          </a:p>
        </p:txBody>
      </p:sp>
      <p:sp>
        <p:nvSpPr>
          <p:cNvPr id="3" name="Title 2">
            <a:extLst>
              <a:ext uri="{FF2B5EF4-FFF2-40B4-BE49-F238E27FC236}">
                <a16:creationId xmlns:a16="http://schemas.microsoft.com/office/drawing/2014/main" id="{B1C421E4-CA4F-9C1E-D4F5-B20CF282D703}"/>
              </a:ext>
            </a:extLst>
          </p:cNvPr>
          <p:cNvSpPr>
            <a:spLocks noGrp="1"/>
          </p:cNvSpPr>
          <p:nvPr>
            <p:ph type="title"/>
          </p:nvPr>
        </p:nvSpPr>
        <p:spPr>
          <a:xfrm>
            <a:off x="838200" y="152004"/>
            <a:ext cx="10515600" cy="1325563"/>
          </a:xfrm>
        </p:spPr>
        <p:txBody>
          <a:bodyPr>
            <a:normAutofit/>
          </a:bodyPr>
          <a:lstStyle/>
          <a:p>
            <a:r>
              <a:rPr lang="en-US" sz="3200" dirty="0"/>
              <a:t>So </a:t>
            </a:r>
            <a:r>
              <a:rPr lang="en-US" sz="3200" dirty="0" err="1"/>
              <a:t>sánh</a:t>
            </a:r>
            <a:r>
              <a:rPr lang="en-US" sz="3200" dirty="0"/>
              <a:t> </a:t>
            </a:r>
            <a:r>
              <a:rPr lang="en-US" sz="3200" dirty="0" err="1"/>
              <a:t>tổng</a:t>
            </a:r>
            <a:r>
              <a:rPr lang="en-US" sz="3200" dirty="0"/>
              <a:t> </a:t>
            </a:r>
            <a:r>
              <a:rPr lang="en-US" sz="3200" dirty="0" err="1"/>
              <a:t>quan</a:t>
            </a:r>
            <a:r>
              <a:rPr lang="en-US" sz="3200" dirty="0"/>
              <a:t> </a:t>
            </a:r>
            <a:r>
              <a:rPr lang="en-US" sz="3200" dirty="0" err="1"/>
              <a:t>về</a:t>
            </a:r>
            <a:r>
              <a:rPr lang="en-US" sz="3200" dirty="0"/>
              <a:t> </a:t>
            </a:r>
            <a:r>
              <a:rPr lang="en-US" sz="3200" dirty="0" err="1"/>
              <a:t>bảo</a:t>
            </a:r>
            <a:r>
              <a:rPr lang="en-US" sz="3200" dirty="0"/>
              <a:t> </a:t>
            </a:r>
            <a:r>
              <a:rPr lang="en-US" sz="3200" dirty="0" err="1"/>
              <a:t>mật</a:t>
            </a:r>
            <a:r>
              <a:rPr lang="en-US" sz="3200" dirty="0"/>
              <a:t>:</a:t>
            </a:r>
          </a:p>
        </p:txBody>
      </p:sp>
    </p:spTree>
    <p:extLst>
      <p:ext uri="{BB962C8B-B14F-4D97-AF65-F5344CB8AC3E}">
        <p14:creationId xmlns:p14="http://schemas.microsoft.com/office/powerpoint/2010/main" val="1296196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7981F-8DDB-4942-9095-1A301A93096A}"/>
              </a:ext>
            </a:extLst>
          </p:cNvPr>
          <p:cNvSpPr>
            <a:spLocks noGrp="1"/>
          </p:cNvSpPr>
          <p:nvPr>
            <p:ph type="ctrTitle"/>
          </p:nvPr>
        </p:nvSpPr>
        <p:spPr>
          <a:xfrm>
            <a:off x="493143" y="2416793"/>
            <a:ext cx="11205713" cy="1855310"/>
          </a:xfrm>
        </p:spPr>
        <p:txBody>
          <a:bodyPr/>
          <a:lstStyle/>
          <a:p>
            <a:r>
              <a:rPr lang="en-US" sz="3600" dirty="0"/>
              <a:t>CẢM ƠN MỌI NGƯỜI ĐÃ CHÚ Ý LẮNG NGHE!</a:t>
            </a:r>
          </a:p>
        </p:txBody>
      </p:sp>
    </p:spTree>
    <p:extLst>
      <p:ext uri="{BB962C8B-B14F-4D97-AF65-F5344CB8AC3E}">
        <p14:creationId xmlns:p14="http://schemas.microsoft.com/office/powerpoint/2010/main" val="1316482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4883</TotalTime>
  <Words>1929</Words>
  <Application>Microsoft Office PowerPoint</Application>
  <PresentationFormat>Widescreen</PresentationFormat>
  <Paragraphs>127</Paragraphs>
  <Slides>19</Slides>
  <Notes>0</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K2D</vt:lpstr>
      <vt:lpstr>Readex Pro</vt:lpstr>
      <vt:lpstr>Barlow</vt:lpstr>
      <vt:lpstr>Office Theme</vt:lpstr>
      <vt:lpstr>Dự án 2: Phân tích so sánh các công cụ CNTT</vt:lpstr>
      <vt:lpstr>Mục lục</vt:lpstr>
      <vt:lpstr>1. Tổng quan </vt:lpstr>
      <vt:lpstr>ChatGPT (OpenAI): Người thiết lập "Hệ quy chiếu" cho ngành</vt:lpstr>
      <vt:lpstr>Gemini (Google): Chiến lược "Hệ sinh thái" và Kiến trúc Đa phương thức</vt:lpstr>
      <vt:lpstr>Grok (xAI): Sự "Nổi loạn" và Dòng chảy dữ liệu thời gian thực</vt:lpstr>
      <vt:lpstr>2. Lịch sử  các phiên bản </vt:lpstr>
      <vt:lpstr>Chat GPT</vt:lpstr>
      <vt:lpstr>Gemini</vt:lpstr>
      <vt:lpstr>Grok</vt:lpstr>
      <vt:lpstr>3. So sánh  tính năng kỹ thuật </vt:lpstr>
      <vt:lpstr>PowerPoint Presentation</vt:lpstr>
      <vt:lpstr>PowerPoint Presentation</vt:lpstr>
      <vt:lpstr>4. Video minh họa các công cụ Chatbot AI</vt:lpstr>
      <vt:lpstr>PowerPoint Presentation</vt:lpstr>
      <vt:lpstr>5. Những hiểu biết về bảo mật</vt:lpstr>
      <vt:lpstr>Những rủi ro chung đối với ChatGPT, Gemini, Grok</vt:lpstr>
      <vt:lpstr>So sánh tổng quan về bảo mật:</vt:lpstr>
      <vt:lpstr>CẢM ƠN MỌI NGƯỜI ĐÃ CHÚ Ý LẮNG NGHE!</vt:lpstr>
    </vt:vector>
  </TitlesOfParts>
  <Company>Can Tho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PowerPointTemplate_Blank</dc:title>
  <dc:creator>CTU Media</dc:creator>
  <cp:lastModifiedBy>hau nguyen</cp:lastModifiedBy>
  <cp:revision>229</cp:revision>
  <dcterms:created xsi:type="dcterms:W3CDTF">2022-07-01T08:15:51Z</dcterms:created>
  <dcterms:modified xsi:type="dcterms:W3CDTF">2025-11-29T14:54:19Z</dcterms:modified>
</cp:coreProperties>
</file>