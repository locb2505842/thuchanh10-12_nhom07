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65" r:id="rId2"/>
    <p:sldId id="259" r:id="rId3"/>
    <p:sldId id="270" r:id="rId4"/>
    <p:sldId id="275" r:id="rId5"/>
    <p:sldId id="279" r:id="rId6"/>
    <p:sldId id="280" r:id="rId7"/>
    <p:sldId id="271" r:id="rId8"/>
    <p:sldId id="276" r:id="rId9"/>
    <p:sldId id="277" r:id="rId10"/>
    <p:sldId id="278" r:id="rId11"/>
    <p:sldId id="272" r:id="rId12"/>
    <p:sldId id="281" r:id="rId13"/>
    <p:sldId id="283" r:id="rId14"/>
    <p:sldId id="274" r:id="rId15"/>
    <p:sldId id="288" r:id="rId16"/>
    <p:sldId id="273" r:id="rId17"/>
    <p:sldId id="284" r:id="rId18"/>
    <p:sldId id="287" r:id="rId19"/>
    <p:sldId id="261" r:id="rId20"/>
  </p:sldIdLst>
  <p:sldSz cx="12192000" cy="6858000"/>
  <p:notesSz cx="6858000" cy="9144000"/>
  <p:embeddedFontLst>
    <p:embeddedFont>
      <p:font typeface="Barlow" panose="00000500000000000000" pitchFamily="2" charset="0"/>
      <p:regular r:id="rId21"/>
      <p:bold r:id="rId22"/>
      <p:italic r:id="rId23"/>
      <p:boldItalic r:id="rId24"/>
    </p:embeddedFont>
    <p:embeddedFont>
      <p:font typeface="K2D" panose="020B0604020202020204" charset="-34"/>
      <p:regular r:id="rId25"/>
      <p:bold r:id="rId26"/>
      <p:italic r:id="rId27"/>
      <p:boldItalic r:id="rId28"/>
    </p:embeddedFont>
    <p:embeddedFont>
      <p:font typeface="Readex Pro" panose="020B0604020202020204" charset="-78"/>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CAA"/>
    <a:srgbClr val="CCFFFF"/>
    <a:srgbClr val="00AFEF"/>
    <a:srgbClr val="FFFFFF"/>
    <a:srgbClr val="27ACE3"/>
    <a:srgbClr val="1F5CA9"/>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5C818-6976-4608-B940-3A6F94AB0F08}" v="223" dt="2025-11-29T14:05:31.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31" autoAdjust="0"/>
    <p:restoredTop sz="94660"/>
  </p:normalViewPr>
  <p:slideViewPr>
    <p:cSldViewPr snapToGrid="0">
      <p:cViewPr varScale="1">
        <p:scale>
          <a:sx n="79" d="100"/>
          <a:sy n="79" d="100"/>
        </p:scale>
        <p:origin x="874"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u nguyen" userId="31b9601862520d57" providerId="LiveId" clId="{07B2BC80-840C-483D-B7BE-C10A04130099}"/>
    <pc:docChg chg="undo redo custSel addSld delSld modSld sldOrd modMainMaster">
      <pc:chgData name="hau nguyen" userId="31b9601862520d57" providerId="LiveId" clId="{07B2BC80-840C-483D-B7BE-C10A04130099}" dt="2025-11-29T14:06:00.573" v="3620" actId="1076"/>
      <pc:docMkLst>
        <pc:docMk/>
      </pc:docMkLst>
      <pc:sldChg chg="del">
        <pc:chgData name="hau nguyen" userId="31b9601862520d57" providerId="LiveId" clId="{07B2BC80-840C-483D-B7BE-C10A04130099}" dt="2025-11-28T16:06:40.110" v="2902" actId="2696"/>
        <pc:sldMkLst>
          <pc:docMk/>
          <pc:sldMk cId="293118606" sldId="258"/>
        </pc:sldMkLst>
      </pc:sldChg>
      <pc:sldChg chg="modSp mod ord modTransition">
        <pc:chgData name="hau nguyen" userId="31b9601862520d57" providerId="LiveId" clId="{07B2BC80-840C-483D-B7BE-C10A04130099}" dt="2025-11-29T09:54:23.416" v="3607"/>
        <pc:sldMkLst>
          <pc:docMk/>
          <pc:sldMk cId="2706205863" sldId="259"/>
        </pc:sldMkLst>
        <pc:spChg chg="mod">
          <ac:chgData name="hau nguyen" userId="31b9601862520d57" providerId="LiveId" clId="{07B2BC80-840C-483D-B7BE-C10A04130099}" dt="2025-11-27T14:34:34.098" v="825" actId="255"/>
          <ac:spMkLst>
            <pc:docMk/>
            <pc:sldMk cId="2706205863" sldId="259"/>
            <ac:spMk id="2" creationId="{14E1C98C-59A6-490B-83BD-EE1E10A5BA9A}"/>
          </ac:spMkLst>
        </pc:spChg>
        <pc:spChg chg="mod">
          <ac:chgData name="hau nguyen" userId="31b9601862520d57" providerId="LiveId" clId="{07B2BC80-840C-483D-B7BE-C10A04130099}" dt="2025-11-29T09:31:58.157" v="3461" actId="20577"/>
          <ac:spMkLst>
            <pc:docMk/>
            <pc:sldMk cId="2706205863" sldId="259"/>
            <ac:spMk id="3" creationId="{E48B3A4D-EB59-4245-BACF-15AE3A78BA4E}"/>
          </ac:spMkLst>
        </pc:spChg>
      </pc:sldChg>
      <pc:sldChg chg="addSp delSp modSp mod modTransition modClrScheme chgLayout">
        <pc:chgData name="hau nguyen" userId="31b9601862520d57" providerId="LiveId" clId="{07B2BC80-840C-483D-B7BE-C10A04130099}" dt="2025-11-29T09:54:23.416" v="3607"/>
        <pc:sldMkLst>
          <pc:docMk/>
          <pc:sldMk cId="131648227" sldId="261"/>
        </pc:sldMkLst>
        <pc:spChg chg="mod ord">
          <ac:chgData name="hau nguyen" userId="31b9601862520d57" providerId="LiveId" clId="{07B2BC80-840C-483D-B7BE-C10A04130099}" dt="2025-11-29T09:50:55.726" v="3579" actId="1076"/>
          <ac:spMkLst>
            <pc:docMk/>
            <pc:sldMk cId="131648227" sldId="261"/>
            <ac:spMk id="2" creationId="{6727981F-8DDB-4942-9095-1A301A93096A}"/>
          </ac:spMkLst>
        </pc:spChg>
        <pc:spChg chg="add del mod ord">
          <ac:chgData name="hau nguyen" userId="31b9601862520d57" providerId="LiveId" clId="{07B2BC80-840C-483D-B7BE-C10A04130099}" dt="2025-11-29T09:50:41.280" v="3577" actId="21"/>
          <ac:spMkLst>
            <pc:docMk/>
            <pc:sldMk cId="131648227" sldId="261"/>
            <ac:spMk id="3" creationId="{1528E6C7-98AA-FDAF-47F6-D5916E632754}"/>
          </ac:spMkLst>
        </pc:spChg>
        <pc:spChg chg="add del mod ord">
          <ac:chgData name="hau nguyen" userId="31b9601862520d57" providerId="LiveId" clId="{07B2BC80-840C-483D-B7BE-C10A04130099}" dt="2025-11-29T09:50:44.454" v="3578" actId="21"/>
          <ac:spMkLst>
            <pc:docMk/>
            <pc:sldMk cId="131648227" sldId="261"/>
            <ac:spMk id="4" creationId="{D20BD3D0-D591-6C94-2DD8-BACCF2208DE6}"/>
          </ac:spMkLst>
        </pc:spChg>
      </pc:sldChg>
      <pc:sldChg chg="del">
        <pc:chgData name="hau nguyen" userId="31b9601862520d57" providerId="LiveId" clId="{07B2BC80-840C-483D-B7BE-C10A04130099}" dt="2025-11-28T16:06:36.581" v="2901" actId="2696"/>
        <pc:sldMkLst>
          <pc:docMk/>
          <pc:sldMk cId="902549347" sldId="263"/>
        </pc:sldMkLst>
      </pc:sldChg>
      <pc:sldChg chg="addSp delSp modSp mod modTransition">
        <pc:chgData name="hau nguyen" userId="31b9601862520d57" providerId="LiveId" clId="{07B2BC80-840C-483D-B7BE-C10A04130099}" dt="2025-11-29T09:54:25.353" v="3608"/>
        <pc:sldMkLst>
          <pc:docMk/>
          <pc:sldMk cId="731403071" sldId="265"/>
        </pc:sldMkLst>
        <pc:spChg chg="mod">
          <ac:chgData name="hau nguyen" userId="31b9601862520d57" providerId="LiveId" clId="{07B2BC80-840C-483D-B7BE-C10A04130099}" dt="2025-11-28T13:36:21.979" v="1362" actId="20577"/>
          <ac:spMkLst>
            <pc:docMk/>
            <pc:sldMk cId="731403071" sldId="265"/>
            <ac:spMk id="2" creationId="{5CB59C82-E165-4291-296C-0B6D296854DE}"/>
          </ac:spMkLst>
        </pc:spChg>
        <pc:spChg chg="mod">
          <ac:chgData name="hau nguyen" userId="31b9601862520d57" providerId="LiveId" clId="{07B2BC80-840C-483D-B7BE-C10A04130099}" dt="2025-11-28T13:37:33.236" v="1372" actId="20577"/>
          <ac:spMkLst>
            <pc:docMk/>
            <pc:sldMk cId="731403071" sldId="265"/>
            <ac:spMk id="3" creationId="{D1AB227C-F72B-0A3A-1BA0-B974084F3559}"/>
          </ac:spMkLst>
        </pc:spChg>
        <pc:spChg chg="mod">
          <ac:chgData name="hau nguyen" userId="31b9601862520d57" providerId="LiveId" clId="{07B2BC80-840C-483D-B7BE-C10A04130099}" dt="2025-11-27T14:19:53.678" v="628" actId="1076"/>
          <ac:spMkLst>
            <pc:docMk/>
            <pc:sldMk cId="731403071" sldId="265"/>
            <ac:spMk id="4" creationId="{22A2249C-51C8-C10F-ACF3-9A8B868F97F6}"/>
          </ac:spMkLst>
        </pc:spChg>
        <pc:spChg chg="add mod">
          <ac:chgData name="hau nguyen" userId="31b9601862520d57" providerId="LiveId" clId="{07B2BC80-840C-483D-B7BE-C10A04130099}" dt="2025-11-27T14:19:55.984" v="629" actId="1076"/>
          <ac:spMkLst>
            <pc:docMk/>
            <pc:sldMk cId="731403071" sldId="265"/>
            <ac:spMk id="6" creationId="{DD76CC92-F00E-D37C-BF9D-48B70B8BD315}"/>
          </ac:spMkLst>
        </pc:spChg>
        <pc:spChg chg="add mod">
          <ac:chgData name="hau nguyen" userId="31b9601862520d57" providerId="LiveId" clId="{07B2BC80-840C-483D-B7BE-C10A04130099}" dt="2025-11-27T14:20:01.124" v="630" actId="1076"/>
          <ac:spMkLst>
            <pc:docMk/>
            <pc:sldMk cId="731403071" sldId="265"/>
            <ac:spMk id="8" creationId="{7FE24AC6-8145-940A-3A4E-EB313EC99F86}"/>
          </ac:spMkLst>
        </pc:spChg>
      </pc:sldChg>
      <pc:sldChg chg="del">
        <pc:chgData name="hau nguyen" userId="31b9601862520d57" providerId="LiveId" clId="{07B2BC80-840C-483D-B7BE-C10A04130099}" dt="2025-11-28T16:06:31.061" v="2899" actId="2696"/>
        <pc:sldMkLst>
          <pc:docMk/>
          <pc:sldMk cId="2903526848" sldId="266"/>
        </pc:sldMkLst>
      </pc:sldChg>
      <pc:sldChg chg="del">
        <pc:chgData name="hau nguyen" userId="31b9601862520d57" providerId="LiveId" clId="{07B2BC80-840C-483D-B7BE-C10A04130099}" dt="2025-11-28T16:06:29.013" v="2898" actId="2696"/>
        <pc:sldMkLst>
          <pc:docMk/>
          <pc:sldMk cId="3562301540" sldId="267"/>
        </pc:sldMkLst>
      </pc:sldChg>
      <pc:sldChg chg="del">
        <pc:chgData name="hau nguyen" userId="31b9601862520d57" providerId="LiveId" clId="{07B2BC80-840C-483D-B7BE-C10A04130099}" dt="2025-11-28T16:06:27.021" v="2897" actId="2696"/>
        <pc:sldMkLst>
          <pc:docMk/>
          <pc:sldMk cId="276068639" sldId="268"/>
        </pc:sldMkLst>
      </pc:sldChg>
      <pc:sldChg chg="del">
        <pc:chgData name="hau nguyen" userId="31b9601862520d57" providerId="LiveId" clId="{07B2BC80-840C-483D-B7BE-C10A04130099}" dt="2025-11-28T16:06:33.558" v="2900" actId="2696"/>
        <pc:sldMkLst>
          <pc:docMk/>
          <pc:sldMk cId="3934037774" sldId="269"/>
        </pc:sldMkLst>
      </pc:sldChg>
      <pc:sldChg chg="addSp delSp modSp add mod modTransition">
        <pc:chgData name="hau nguyen" userId="31b9601862520d57" providerId="LiveId" clId="{07B2BC80-840C-483D-B7BE-C10A04130099}" dt="2025-11-29T09:54:23.416" v="3607"/>
        <pc:sldMkLst>
          <pc:docMk/>
          <pc:sldMk cId="4237210083" sldId="270"/>
        </pc:sldMkLst>
        <pc:spChg chg="mod">
          <ac:chgData name="hau nguyen" userId="31b9601862520d57" providerId="LiveId" clId="{07B2BC80-840C-483D-B7BE-C10A04130099}" dt="2025-11-29T09:35:15.627" v="3498" actId="1076"/>
          <ac:spMkLst>
            <pc:docMk/>
            <pc:sldMk cId="4237210083" sldId="270"/>
            <ac:spMk id="2" creationId="{FA3A82EC-6551-149F-9098-FB72EB6F5365}"/>
          </ac:spMkLst>
        </pc:spChg>
        <pc:spChg chg="del">
          <ac:chgData name="hau nguyen" userId="31b9601862520d57" providerId="LiveId" clId="{07B2BC80-840C-483D-B7BE-C10A04130099}" dt="2025-11-29T09:04:08.354" v="3307" actId="21"/>
          <ac:spMkLst>
            <pc:docMk/>
            <pc:sldMk cId="4237210083" sldId="270"/>
            <ac:spMk id="3" creationId="{389612B3-EE13-5490-2E1A-DFDEECE9B116}"/>
          </ac:spMkLst>
        </pc:spChg>
        <pc:spChg chg="add mod">
          <ac:chgData name="hau nguyen" userId="31b9601862520d57" providerId="LiveId" clId="{07B2BC80-840C-483D-B7BE-C10A04130099}" dt="2025-11-29T09:02:10.170" v="3290" actId="14100"/>
          <ac:spMkLst>
            <pc:docMk/>
            <pc:sldMk cId="4237210083" sldId="270"/>
            <ac:spMk id="4" creationId="{E56DFD0C-7692-13F2-E6E3-163F04AD14CF}"/>
          </ac:spMkLst>
        </pc:spChg>
        <pc:spChg chg="add">
          <ac:chgData name="hau nguyen" userId="31b9601862520d57" providerId="LiveId" clId="{07B2BC80-840C-483D-B7BE-C10A04130099}" dt="2025-11-29T09:03:28.305" v="3297"/>
          <ac:spMkLst>
            <pc:docMk/>
            <pc:sldMk cId="4237210083" sldId="270"/>
            <ac:spMk id="6" creationId="{A740D586-6E6E-2BEC-FB9F-09EDFA744357}"/>
          </ac:spMkLst>
        </pc:spChg>
        <pc:spChg chg="add">
          <ac:chgData name="hau nguyen" userId="31b9601862520d57" providerId="LiveId" clId="{07B2BC80-840C-483D-B7BE-C10A04130099}" dt="2025-11-29T09:03:53.780" v="3303"/>
          <ac:spMkLst>
            <pc:docMk/>
            <pc:sldMk cId="4237210083" sldId="270"/>
            <ac:spMk id="8" creationId="{721C945E-0ABE-A87E-4E2D-A57C0B0B385F}"/>
          </ac:spMkLst>
        </pc:spChg>
        <pc:picChg chg="add mod modCrop">
          <ac:chgData name="hau nguyen" userId="31b9601862520d57" providerId="LiveId" clId="{07B2BC80-840C-483D-B7BE-C10A04130099}" dt="2025-11-29T09:32:41.892" v="3472" actId="1076"/>
          <ac:picMkLst>
            <pc:docMk/>
            <pc:sldMk cId="4237210083" sldId="270"/>
            <ac:picMk id="5" creationId="{85D5C52D-CA93-87E3-6FD4-4A74231E5C50}"/>
          </ac:picMkLst>
        </pc:picChg>
        <pc:picChg chg="add del mod">
          <ac:chgData name="hau nguyen" userId="31b9601862520d57" providerId="LiveId" clId="{07B2BC80-840C-483D-B7BE-C10A04130099}" dt="2025-11-29T09:06:30.714" v="3331" actId="21"/>
          <ac:picMkLst>
            <pc:docMk/>
            <pc:sldMk cId="4237210083" sldId="270"/>
            <ac:picMk id="7" creationId="{5B625E8C-EE95-79B9-FFA4-88C46F4588DB}"/>
          </ac:picMkLst>
        </pc:picChg>
        <pc:picChg chg="add mod modCrop">
          <ac:chgData name="hau nguyen" userId="31b9601862520d57" providerId="LiveId" clId="{07B2BC80-840C-483D-B7BE-C10A04130099}" dt="2025-11-29T09:35:45.666" v="3499" actId="1076"/>
          <ac:picMkLst>
            <pc:docMk/>
            <pc:sldMk cId="4237210083" sldId="270"/>
            <ac:picMk id="9" creationId="{90FBC45C-F50E-AE1A-8708-1F96B924C571}"/>
          </ac:picMkLst>
        </pc:picChg>
        <pc:picChg chg="add mod">
          <ac:chgData name="hau nguyen" userId="31b9601862520d57" providerId="LiveId" clId="{07B2BC80-840C-483D-B7BE-C10A04130099}" dt="2025-11-29T09:06:31.828" v="3332"/>
          <ac:picMkLst>
            <pc:docMk/>
            <pc:sldMk cId="4237210083" sldId="270"/>
            <ac:picMk id="10" creationId="{5B625E8C-EE95-79B9-FFA4-88C46F4588DB}"/>
          </ac:picMkLst>
        </pc:picChg>
        <pc:picChg chg="add mod">
          <ac:chgData name="hau nguyen" userId="31b9601862520d57" providerId="LiveId" clId="{07B2BC80-840C-483D-B7BE-C10A04130099}" dt="2025-11-29T09:32:43.798" v="3473" actId="1076"/>
          <ac:picMkLst>
            <pc:docMk/>
            <pc:sldMk cId="4237210083" sldId="270"/>
            <ac:picMk id="2056" creationId="{F02715A1-13F6-D706-B08E-B9C84027C59B}"/>
          </ac:picMkLst>
        </pc:picChg>
      </pc:sldChg>
      <pc:sldChg chg="addSp delSp modSp add mod modTransition">
        <pc:chgData name="hau nguyen" userId="31b9601862520d57" providerId="LiveId" clId="{07B2BC80-840C-483D-B7BE-C10A04130099}" dt="2025-11-29T09:54:23.416" v="3607"/>
        <pc:sldMkLst>
          <pc:docMk/>
          <pc:sldMk cId="3157057043" sldId="271"/>
        </pc:sldMkLst>
        <pc:spChg chg="mod">
          <ac:chgData name="hau nguyen" userId="31b9601862520d57" providerId="LiveId" clId="{07B2BC80-840C-483D-B7BE-C10A04130099}" dt="2025-11-29T09:40:05.882" v="3530" actId="1076"/>
          <ac:spMkLst>
            <pc:docMk/>
            <pc:sldMk cId="3157057043" sldId="271"/>
            <ac:spMk id="2" creationId="{74940204-E723-A89E-3EE9-4B8F7011C31A}"/>
          </ac:spMkLst>
        </pc:spChg>
        <pc:spChg chg="del">
          <ac:chgData name="hau nguyen" userId="31b9601862520d57" providerId="LiveId" clId="{07B2BC80-840C-483D-B7BE-C10A04130099}" dt="2025-11-29T09:34:44.007" v="3495" actId="21"/>
          <ac:spMkLst>
            <pc:docMk/>
            <pc:sldMk cId="3157057043" sldId="271"/>
            <ac:spMk id="3" creationId="{5E62F9D7-C14F-A779-9731-FB8512E6CD0E}"/>
          </ac:spMkLst>
        </pc:spChg>
        <pc:picChg chg="add del mod">
          <ac:chgData name="hau nguyen" userId="31b9601862520d57" providerId="LiveId" clId="{07B2BC80-840C-483D-B7BE-C10A04130099}" dt="2025-11-29T09:39:05.475" v="3522" actId="21"/>
          <ac:picMkLst>
            <pc:docMk/>
            <pc:sldMk cId="3157057043" sldId="271"/>
            <ac:picMk id="4098" creationId="{260501D9-B18E-F611-3905-F360F81F33FD}"/>
          </ac:picMkLst>
        </pc:picChg>
        <pc:picChg chg="add mod">
          <ac:chgData name="hau nguyen" userId="31b9601862520d57" providerId="LiveId" clId="{07B2BC80-840C-483D-B7BE-C10A04130099}" dt="2025-11-29T09:49:35.910" v="3573" actId="1440"/>
          <ac:picMkLst>
            <pc:docMk/>
            <pc:sldMk cId="3157057043" sldId="271"/>
            <ac:picMk id="4100" creationId="{574E2189-BB1D-D58B-D3C7-80573769BD46}"/>
          </ac:picMkLst>
        </pc:picChg>
      </pc:sldChg>
      <pc:sldChg chg="addSp delSp modSp add mod modTransition">
        <pc:chgData name="hau nguyen" userId="31b9601862520d57" providerId="LiveId" clId="{07B2BC80-840C-483D-B7BE-C10A04130099}" dt="2025-11-29T09:54:23.416" v="3607"/>
        <pc:sldMkLst>
          <pc:docMk/>
          <pc:sldMk cId="2595359094" sldId="272"/>
        </pc:sldMkLst>
        <pc:spChg chg="mod">
          <ac:chgData name="hau nguyen" userId="31b9601862520d57" providerId="LiveId" clId="{07B2BC80-840C-483D-B7BE-C10A04130099}" dt="2025-11-29T09:42:13.680" v="3535" actId="1076"/>
          <ac:spMkLst>
            <pc:docMk/>
            <pc:sldMk cId="2595359094" sldId="272"/>
            <ac:spMk id="2" creationId="{EB27089D-1C78-F9E9-A740-496D131F013A}"/>
          </ac:spMkLst>
        </pc:spChg>
        <pc:spChg chg="del">
          <ac:chgData name="hau nguyen" userId="31b9601862520d57" providerId="LiveId" clId="{07B2BC80-840C-483D-B7BE-C10A04130099}" dt="2025-11-29T09:34:48.919" v="3496" actId="21"/>
          <ac:spMkLst>
            <pc:docMk/>
            <pc:sldMk cId="2595359094" sldId="272"/>
            <ac:spMk id="3" creationId="{C1AFE470-5439-F3EE-E6D4-34B20191BB28}"/>
          </ac:spMkLst>
        </pc:spChg>
        <pc:spChg chg="add">
          <ac:chgData name="hau nguyen" userId="31b9601862520d57" providerId="LiveId" clId="{07B2BC80-840C-483D-B7BE-C10A04130099}" dt="2025-11-29T09:42:16.763" v="3536"/>
          <ac:spMkLst>
            <pc:docMk/>
            <pc:sldMk cId="2595359094" sldId="272"/>
            <ac:spMk id="4" creationId="{026B5206-39AA-8022-B0F0-D5D53361C9CA}"/>
          </ac:spMkLst>
        </pc:spChg>
        <pc:picChg chg="add del mod">
          <ac:chgData name="hau nguyen" userId="31b9601862520d57" providerId="LiveId" clId="{07B2BC80-840C-483D-B7BE-C10A04130099}" dt="2025-11-29T09:42:31.467" v="3541" actId="21"/>
          <ac:picMkLst>
            <pc:docMk/>
            <pc:sldMk cId="2595359094" sldId="272"/>
            <ac:picMk id="5" creationId="{19764104-6039-0067-F064-BF76F29B5472}"/>
          </ac:picMkLst>
        </pc:picChg>
        <pc:picChg chg="add mod">
          <ac:chgData name="hau nguyen" userId="31b9601862520d57" providerId="LiveId" clId="{07B2BC80-840C-483D-B7BE-C10A04130099}" dt="2025-11-29T09:49:17.277" v="3572" actId="1440"/>
          <ac:picMkLst>
            <pc:docMk/>
            <pc:sldMk cId="2595359094" sldId="272"/>
            <ac:picMk id="5124" creationId="{15D5A592-B962-2504-74CC-F809B9040CAD}"/>
          </ac:picMkLst>
        </pc:picChg>
      </pc:sldChg>
      <pc:sldChg chg="addSp delSp modSp add mod ord modTransition">
        <pc:chgData name="hau nguyen" userId="31b9601862520d57" providerId="LiveId" clId="{07B2BC80-840C-483D-B7BE-C10A04130099}" dt="2025-11-29T09:54:23.416" v="3607"/>
        <pc:sldMkLst>
          <pc:docMk/>
          <pc:sldMk cId="1808303757" sldId="273"/>
        </pc:sldMkLst>
        <pc:spChg chg="mod">
          <ac:chgData name="hau nguyen" userId="31b9601862520d57" providerId="LiveId" clId="{07B2BC80-840C-483D-B7BE-C10A04130099}" dt="2025-11-29T09:43:15.989" v="3554" actId="1076"/>
          <ac:spMkLst>
            <pc:docMk/>
            <pc:sldMk cId="1808303757" sldId="273"/>
            <ac:spMk id="2" creationId="{D97F709E-FB31-A303-6089-1BE1EE7BB659}"/>
          </ac:spMkLst>
        </pc:spChg>
        <pc:spChg chg="del">
          <ac:chgData name="hau nguyen" userId="31b9601862520d57" providerId="LiveId" clId="{07B2BC80-840C-483D-B7BE-C10A04130099}" dt="2025-11-29T09:42:36.405" v="3542" actId="21"/>
          <ac:spMkLst>
            <pc:docMk/>
            <pc:sldMk cId="1808303757" sldId="273"/>
            <ac:spMk id="3" creationId="{B55ACD33-C5B1-687D-425C-6EAB814EED36}"/>
          </ac:spMkLst>
        </pc:spChg>
        <pc:spChg chg="add del mod">
          <ac:chgData name="hau nguyen" userId="31b9601862520d57" providerId="LiveId" clId="{07B2BC80-840C-483D-B7BE-C10A04130099}" dt="2025-11-29T09:42:41.028" v="3544" actId="21"/>
          <ac:spMkLst>
            <pc:docMk/>
            <pc:sldMk cId="1808303757" sldId="273"/>
            <ac:spMk id="4" creationId="{B55ACD33-C5B1-687D-425C-6EAB814EED36}"/>
          </ac:spMkLst>
        </pc:spChg>
        <pc:spChg chg="add">
          <ac:chgData name="hau nguyen" userId="31b9601862520d57" providerId="LiveId" clId="{07B2BC80-840C-483D-B7BE-C10A04130099}" dt="2025-11-29T09:42:48.026" v="3545"/>
          <ac:spMkLst>
            <pc:docMk/>
            <pc:sldMk cId="1808303757" sldId="273"/>
            <ac:spMk id="5" creationId="{0ACF371C-4DF9-A408-2182-214FA75F7DAB}"/>
          </ac:spMkLst>
        </pc:spChg>
        <pc:spChg chg="add del">
          <ac:chgData name="hau nguyen" userId="31b9601862520d57" providerId="LiveId" clId="{07B2BC80-840C-483D-B7BE-C10A04130099}" dt="2025-11-29T09:48:41.297" v="3568" actId="11529"/>
          <ac:spMkLst>
            <pc:docMk/>
            <pc:sldMk cId="1808303757" sldId="273"/>
            <ac:spMk id="7" creationId="{12B34ACE-CC5E-B869-DE05-2727DA260B58}"/>
          </ac:spMkLst>
        </pc:spChg>
        <pc:picChg chg="add mod">
          <ac:chgData name="hau nguyen" userId="31b9601862520d57" providerId="LiveId" clId="{07B2BC80-840C-483D-B7BE-C10A04130099}" dt="2025-11-29T09:49:07.614" v="3571" actId="1440"/>
          <ac:picMkLst>
            <pc:docMk/>
            <pc:sldMk cId="1808303757" sldId="273"/>
            <ac:picMk id="6" creationId="{14189F3A-4BB6-DB6C-7238-2DD4C207BB62}"/>
          </ac:picMkLst>
        </pc:picChg>
      </pc:sldChg>
      <pc:sldChg chg="addSp delSp modSp add mod modTransition">
        <pc:chgData name="hau nguyen" userId="31b9601862520d57" providerId="LiveId" clId="{07B2BC80-840C-483D-B7BE-C10A04130099}" dt="2025-11-29T09:54:23.416" v="3607"/>
        <pc:sldMkLst>
          <pc:docMk/>
          <pc:sldMk cId="128236182" sldId="274"/>
        </pc:sldMkLst>
        <pc:spChg chg="mod">
          <ac:chgData name="hau nguyen" userId="31b9601862520d57" providerId="LiveId" clId="{07B2BC80-840C-483D-B7BE-C10A04130099}" dt="2025-11-27T14:39:28.006" v="1004" actId="20577"/>
          <ac:spMkLst>
            <pc:docMk/>
            <pc:sldMk cId="128236182" sldId="274"/>
            <ac:spMk id="2" creationId="{2110FF6A-0AF6-5F24-7DF3-E9CB4016574F}"/>
          </ac:spMkLst>
        </pc:spChg>
        <pc:spChg chg="add del">
          <ac:chgData name="hau nguyen" userId="31b9601862520d57" providerId="LiveId" clId="{07B2BC80-840C-483D-B7BE-C10A04130099}" dt="2025-11-29T09:48:44.228" v="3570" actId="21"/>
          <ac:spMkLst>
            <pc:docMk/>
            <pc:sldMk cId="128236182" sldId="274"/>
            <ac:spMk id="3" creationId="{A0CD5F33-EFE5-6CFD-E257-B757DDE0AF74}"/>
          </ac:spMkLst>
        </pc:spChg>
      </pc:sldChg>
      <pc:sldChg chg="addSp delSp modSp new mod modTransition modClrScheme chgLayout">
        <pc:chgData name="hau nguyen" userId="31b9601862520d57" providerId="LiveId" clId="{07B2BC80-840C-483D-B7BE-C10A04130099}" dt="2025-11-29T09:54:23.416" v="3607"/>
        <pc:sldMkLst>
          <pc:docMk/>
          <pc:sldMk cId="3119867466" sldId="275"/>
        </pc:sldMkLst>
        <pc:spChg chg="add mod ord">
          <ac:chgData name="hau nguyen" userId="31b9601862520d57" providerId="LiveId" clId="{07B2BC80-840C-483D-B7BE-C10A04130099}" dt="2025-11-28T13:41:57.789" v="1406" actId="20577"/>
          <ac:spMkLst>
            <pc:docMk/>
            <pc:sldMk cId="3119867466" sldId="275"/>
            <ac:spMk id="6" creationId="{B0039572-A6D3-1772-CFAB-F2A1B1B224E9}"/>
          </ac:spMkLst>
        </pc:spChg>
        <pc:spChg chg="add mod ord">
          <ac:chgData name="hau nguyen" userId="31b9601862520d57" providerId="LiveId" clId="{07B2BC80-840C-483D-B7BE-C10A04130099}" dt="2025-11-28T13:48:36.333" v="1417" actId="20577"/>
          <ac:spMkLst>
            <pc:docMk/>
            <pc:sldMk cId="3119867466" sldId="275"/>
            <ac:spMk id="7" creationId="{2F83A620-F9ED-F033-894B-34E4DA407E84}"/>
          </ac:spMkLst>
        </pc:spChg>
      </pc:sldChg>
      <pc:sldChg chg="addSp modSp add mod ord modTransition">
        <pc:chgData name="hau nguyen" userId="31b9601862520d57" providerId="LiveId" clId="{07B2BC80-840C-483D-B7BE-C10A04130099}" dt="2025-11-29T10:09:30.851" v="3614" actId="20577"/>
        <pc:sldMkLst>
          <pc:docMk/>
          <pc:sldMk cId="1131369477" sldId="276"/>
        </pc:sldMkLst>
        <pc:spChg chg="add">
          <ac:chgData name="hau nguyen" userId="31b9601862520d57" providerId="LiveId" clId="{07B2BC80-840C-483D-B7BE-C10A04130099}" dt="2025-11-28T14:34:11.636" v="1774"/>
          <ac:spMkLst>
            <pc:docMk/>
            <pc:sldMk cId="1131369477" sldId="276"/>
            <ac:spMk id="2" creationId="{CDC14FD8-F162-83AD-83B2-A33D64FA6E3B}"/>
          </ac:spMkLst>
        </pc:spChg>
        <pc:spChg chg="add">
          <ac:chgData name="hau nguyen" userId="31b9601862520d57" providerId="LiveId" clId="{07B2BC80-840C-483D-B7BE-C10A04130099}" dt="2025-11-28T14:34:11.636" v="1774"/>
          <ac:spMkLst>
            <pc:docMk/>
            <pc:sldMk cId="1131369477" sldId="276"/>
            <ac:spMk id="3" creationId="{F24A52AE-D2E3-22CA-34C6-4A4E6456D0B2}"/>
          </ac:spMkLst>
        </pc:spChg>
        <pc:spChg chg="add">
          <ac:chgData name="hau nguyen" userId="31b9601862520d57" providerId="LiveId" clId="{07B2BC80-840C-483D-B7BE-C10A04130099}" dt="2025-11-28T14:34:11.636" v="1774"/>
          <ac:spMkLst>
            <pc:docMk/>
            <pc:sldMk cId="1131369477" sldId="276"/>
            <ac:spMk id="4" creationId="{C2F57B87-141C-863E-21D0-7DD5EE542FE3}"/>
          </ac:spMkLst>
        </pc:spChg>
        <pc:spChg chg="add">
          <ac:chgData name="hau nguyen" userId="31b9601862520d57" providerId="LiveId" clId="{07B2BC80-840C-483D-B7BE-C10A04130099}" dt="2025-11-28T14:34:11.636" v="1774"/>
          <ac:spMkLst>
            <pc:docMk/>
            <pc:sldMk cId="1131369477" sldId="276"/>
            <ac:spMk id="5" creationId="{0455927C-707E-4B68-D2E0-0F6C072D09E9}"/>
          </ac:spMkLst>
        </pc:spChg>
        <pc:spChg chg="mod">
          <ac:chgData name="hau nguyen" userId="31b9601862520d57" providerId="LiveId" clId="{07B2BC80-840C-483D-B7BE-C10A04130099}" dt="2025-11-27T15:46:55.840" v="1298" actId="20577"/>
          <ac:spMkLst>
            <pc:docMk/>
            <pc:sldMk cId="1131369477" sldId="276"/>
            <ac:spMk id="6" creationId="{1F25A98E-0ADD-0119-1434-08228E1E2437}"/>
          </ac:spMkLst>
        </pc:spChg>
        <pc:spChg chg="mod">
          <ac:chgData name="hau nguyen" userId="31b9601862520d57" providerId="LiveId" clId="{07B2BC80-840C-483D-B7BE-C10A04130099}" dt="2025-11-29T10:09:30.851" v="3614" actId="20577"/>
          <ac:spMkLst>
            <pc:docMk/>
            <pc:sldMk cId="1131369477" sldId="276"/>
            <ac:spMk id="7" creationId="{C71AFF8E-FD90-B7C8-758A-B8AA1A1BDF6F}"/>
          </ac:spMkLst>
        </pc:spChg>
        <pc:spChg chg="add">
          <ac:chgData name="hau nguyen" userId="31b9601862520d57" providerId="LiveId" clId="{07B2BC80-840C-483D-B7BE-C10A04130099}" dt="2025-11-28T14:34:11.636" v="1774"/>
          <ac:spMkLst>
            <pc:docMk/>
            <pc:sldMk cId="1131369477" sldId="276"/>
            <ac:spMk id="8" creationId="{67909B65-2269-5FF2-3551-11755DB910A0}"/>
          </ac:spMkLst>
        </pc:spChg>
        <pc:spChg chg="add">
          <ac:chgData name="hau nguyen" userId="31b9601862520d57" providerId="LiveId" clId="{07B2BC80-840C-483D-B7BE-C10A04130099}" dt="2025-11-28T14:34:11.636" v="1774"/>
          <ac:spMkLst>
            <pc:docMk/>
            <pc:sldMk cId="1131369477" sldId="276"/>
            <ac:spMk id="9" creationId="{FF0F83E1-F9E0-E1EE-6BC7-F5484192A99D}"/>
          </ac:spMkLst>
        </pc:spChg>
        <pc:spChg chg="add">
          <ac:chgData name="hau nguyen" userId="31b9601862520d57" providerId="LiveId" clId="{07B2BC80-840C-483D-B7BE-C10A04130099}" dt="2025-11-28T14:34:11.636" v="1774"/>
          <ac:spMkLst>
            <pc:docMk/>
            <pc:sldMk cId="1131369477" sldId="276"/>
            <ac:spMk id="10" creationId="{8439F0C7-5D21-9DFF-3861-A210DD85FA0E}"/>
          </ac:spMkLst>
        </pc:spChg>
        <pc:spChg chg="add">
          <ac:chgData name="hau nguyen" userId="31b9601862520d57" providerId="LiveId" clId="{07B2BC80-840C-483D-B7BE-C10A04130099}" dt="2025-11-28T14:34:11.636" v="1774"/>
          <ac:spMkLst>
            <pc:docMk/>
            <pc:sldMk cId="1131369477" sldId="276"/>
            <ac:spMk id="11" creationId="{082D563C-67E5-7BBE-E288-F4575762740C}"/>
          </ac:spMkLst>
        </pc:spChg>
        <pc:spChg chg="add">
          <ac:chgData name="hau nguyen" userId="31b9601862520d57" providerId="LiveId" clId="{07B2BC80-840C-483D-B7BE-C10A04130099}" dt="2025-11-28T14:34:11.636" v="1774"/>
          <ac:spMkLst>
            <pc:docMk/>
            <pc:sldMk cId="1131369477" sldId="276"/>
            <ac:spMk id="14" creationId="{4FA53123-E726-8AAE-D85A-8E5A282F3DCE}"/>
          </ac:spMkLst>
        </pc:spChg>
        <pc:spChg chg="add">
          <ac:chgData name="hau nguyen" userId="31b9601862520d57" providerId="LiveId" clId="{07B2BC80-840C-483D-B7BE-C10A04130099}" dt="2025-11-28T14:34:11.636" v="1774"/>
          <ac:spMkLst>
            <pc:docMk/>
            <pc:sldMk cId="1131369477" sldId="276"/>
            <ac:spMk id="15" creationId="{4A07249A-EB39-685F-7D6E-FF696693B91D}"/>
          </ac:spMkLst>
        </pc:spChg>
      </pc:sldChg>
      <pc:sldChg chg="modSp add mod modTransition">
        <pc:chgData name="hau nguyen" userId="31b9601862520d57" providerId="LiveId" clId="{07B2BC80-840C-483D-B7BE-C10A04130099}" dt="2025-11-29T09:54:23.416" v="3607"/>
        <pc:sldMkLst>
          <pc:docMk/>
          <pc:sldMk cId="3568792948" sldId="277"/>
        </pc:sldMkLst>
        <pc:spChg chg="mod">
          <ac:chgData name="hau nguyen" userId="31b9601862520d57" providerId="LiveId" clId="{07B2BC80-840C-483D-B7BE-C10A04130099}" dt="2025-11-27T15:47:01.085" v="1304" actId="20577"/>
          <ac:spMkLst>
            <pc:docMk/>
            <pc:sldMk cId="3568792948" sldId="277"/>
            <ac:spMk id="6" creationId="{22050728-2680-CD09-04A2-7E12646CCE58}"/>
          </ac:spMkLst>
        </pc:spChg>
        <pc:spChg chg="mod">
          <ac:chgData name="hau nguyen" userId="31b9601862520d57" providerId="LiveId" clId="{07B2BC80-840C-483D-B7BE-C10A04130099}" dt="2025-11-28T15:00:08.048" v="2065" actId="113"/>
          <ac:spMkLst>
            <pc:docMk/>
            <pc:sldMk cId="3568792948" sldId="277"/>
            <ac:spMk id="7" creationId="{75D2EC3F-4CD0-BCD9-2B4A-3EEA70A13243}"/>
          </ac:spMkLst>
        </pc:spChg>
      </pc:sldChg>
      <pc:sldChg chg="modSp add mod modTransition">
        <pc:chgData name="hau nguyen" userId="31b9601862520d57" providerId="LiveId" clId="{07B2BC80-840C-483D-B7BE-C10A04130099}" dt="2025-11-29T09:54:23.416" v="3607"/>
        <pc:sldMkLst>
          <pc:docMk/>
          <pc:sldMk cId="1577585341" sldId="278"/>
        </pc:sldMkLst>
        <pc:spChg chg="mod">
          <ac:chgData name="hau nguyen" userId="31b9601862520d57" providerId="LiveId" clId="{07B2BC80-840C-483D-B7BE-C10A04130099}" dt="2025-11-27T15:47:09.337" v="1316" actId="20577"/>
          <ac:spMkLst>
            <pc:docMk/>
            <pc:sldMk cId="1577585341" sldId="278"/>
            <ac:spMk id="6" creationId="{555FE156-DE03-C61B-4080-E2BD2BF0E85E}"/>
          </ac:spMkLst>
        </pc:spChg>
        <pc:spChg chg="mod">
          <ac:chgData name="hau nguyen" userId="31b9601862520d57" providerId="LiveId" clId="{07B2BC80-840C-483D-B7BE-C10A04130099}" dt="2025-11-29T08:56:43.467" v="3238" actId="20577"/>
          <ac:spMkLst>
            <pc:docMk/>
            <pc:sldMk cId="1577585341" sldId="278"/>
            <ac:spMk id="7" creationId="{EA0137AF-6D0E-7BB0-866A-E905EF034B6D}"/>
          </ac:spMkLst>
        </pc:spChg>
      </pc:sldChg>
      <pc:sldChg chg="modSp add mod modTransition">
        <pc:chgData name="hau nguyen" userId="31b9601862520d57" providerId="LiveId" clId="{07B2BC80-840C-483D-B7BE-C10A04130099}" dt="2025-11-29T09:54:23.416" v="3607"/>
        <pc:sldMkLst>
          <pc:docMk/>
          <pc:sldMk cId="4246340962" sldId="279"/>
        </pc:sldMkLst>
        <pc:spChg chg="mod">
          <ac:chgData name="hau nguyen" userId="31b9601862520d57" providerId="LiveId" clId="{07B2BC80-840C-483D-B7BE-C10A04130099}" dt="2025-11-28T13:49:10.527" v="1419"/>
          <ac:spMkLst>
            <pc:docMk/>
            <pc:sldMk cId="4246340962" sldId="279"/>
            <ac:spMk id="6" creationId="{E3828411-2284-A17B-CB8E-B912E4DB5762}"/>
          </ac:spMkLst>
        </pc:spChg>
        <pc:spChg chg="mod">
          <ac:chgData name="hau nguyen" userId="31b9601862520d57" providerId="LiveId" clId="{07B2BC80-840C-483D-B7BE-C10A04130099}" dt="2025-11-28T14:02:04.266" v="1600" actId="20577"/>
          <ac:spMkLst>
            <pc:docMk/>
            <pc:sldMk cId="4246340962" sldId="279"/>
            <ac:spMk id="7" creationId="{2D5D7701-1A1D-999C-1402-F4822DD4E444}"/>
          </ac:spMkLst>
        </pc:spChg>
      </pc:sldChg>
      <pc:sldChg chg="modSp add mod modTransition">
        <pc:chgData name="hau nguyen" userId="31b9601862520d57" providerId="LiveId" clId="{07B2BC80-840C-483D-B7BE-C10A04130099}" dt="2025-11-29T09:54:23.416" v="3607"/>
        <pc:sldMkLst>
          <pc:docMk/>
          <pc:sldMk cId="2254839155" sldId="280"/>
        </pc:sldMkLst>
        <pc:spChg chg="mod">
          <ac:chgData name="hau nguyen" userId="31b9601862520d57" providerId="LiveId" clId="{07B2BC80-840C-483D-B7BE-C10A04130099}" dt="2025-11-28T14:04:57.476" v="1602"/>
          <ac:spMkLst>
            <pc:docMk/>
            <pc:sldMk cId="2254839155" sldId="280"/>
            <ac:spMk id="6" creationId="{EBC54B0A-9E3E-07AE-D9FF-50F4D28725B0}"/>
          </ac:spMkLst>
        </pc:spChg>
        <pc:spChg chg="mod">
          <ac:chgData name="hau nguyen" userId="31b9601862520d57" providerId="LiveId" clId="{07B2BC80-840C-483D-B7BE-C10A04130099}" dt="2025-11-28T14:20:48.470" v="1769" actId="20577"/>
          <ac:spMkLst>
            <pc:docMk/>
            <pc:sldMk cId="2254839155" sldId="280"/>
            <ac:spMk id="7" creationId="{1F7DC5A7-DE0F-8E4E-36C3-ADFBA9563B50}"/>
          </ac:spMkLst>
        </pc:spChg>
      </pc:sldChg>
      <pc:sldChg chg="addSp delSp modSp new mod modTransition modClrScheme chgLayout">
        <pc:chgData name="hau nguyen" userId="31b9601862520d57" providerId="LiveId" clId="{07B2BC80-840C-483D-B7BE-C10A04130099}" dt="2025-11-29T09:54:23.416" v="3607"/>
        <pc:sldMkLst>
          <pc:docMk/>
          <pc:sldMk cId="4284133824" sldId="281"/>
        </pc:sldMkLst>
        <pc:spChg chg="del mod ord">
          <ac:chgData name="hau nguyen" userId="31b9601862520d57" providerId="LiveId" clId="{07B2BC80-840C-483D-B7BE-C10A04130099}" dt="2025-11-28T15:14:16.927" v="2306" actId="700"/>
          <ac:spMkLst>
            <pc:docMk/>
            <pc:sldMk cId="4284133824" sldId="281"/>
            <ac:spMk id="2" creationId="{CBA5181C-A0CF-99F4-72F5-F0B001481AC0}"/>
          </ac:spMkLst>
        </pc:spChg>
        <pc:spChg chg="del mod ord">
          <ac:chgData name="hau nguyen" userId="31b9601862520d57" providerId="LiveId" clId="{07B2BC80-840C-483D-B7BE-C10A04130099}" dt="2025-11-28T15:14:16.927" v="2306" actId="700"/>
          <ac:spMkLst>
            <pc:docMk/>
            <pc:sldMk cId="4284133824" sldId="281"/>
            <ac:spMk id="3" creationId="{8BCEF28F-F236-5C38-6EE2-E65EC4D5F57D}"/>
          </ac:spMkLst>
        </pc:spChg>
        <pc:spChg chg="add del mod ord">
          <ac:chgData name="hau nguyen" userId="31b9601862520d57" providerId="LiveId" clId="{07B2BC80-840C-483D-B7BE-C10A04130099}" dt="2025-11-28T15:16:08.652" v="2307" actId="700"/>
          <ac:spMkLst>
            <pc:docMk/>
            <pc:sldMk cId="4284133824" sldId="281"/>
            <ac:spMk id="4" creationId="{DEA230E3-DE06-1E0D-DA25-471F738C8513}"/>
          </ac:spMkLst>
        </pc:spChg>
        <pc:spChg chg="add del mod ord">
          <ac:chgData name="hau nguyen" userId="31b9601862520d57" providerId="LiveId" clId="{07B2BC80-840C-483D-B7BE-C10A04130099}" dt="2025-11-28T15:16:08.652" v="2307" actId="700"/>
          <ac:spMkLst>
            <pc:docMk/>
            <pc:sldMk cId="4284133824" sldId="281"/>
            <ac:spMk id="5" creationId="{633B2DEF-CB23-4C2F-C3EE-9C4DB9A62342}"/>
          </ac:spMkLst>
        </pc:spChg>
        <pc:graphicFrameChg chg="add del mod modGraphic">
          <ac:chgData name="hau nguyen" userId="31b9601862520d57" providerId="LiveId" clId="{07B2BC80-840C-483D-B7BE-C10A04130099}" dt="2025-11-28T15:56:15.116" v="2882" actId="1076"/>
          <ac:graphicFrameMkLst>
            <pc:docMk/>
            <pc:sldMk cId="4284133824" sldId="281"/>
            <ac:graphicFrameMk id="6" creationId="{8D60E809-04B4-2F7B-3903-E0311BF3009C}"/>
          </ac:graphicFrameMkLst>
        </pc:graphicFrameChg>
      </pc:sldChg>
      <pc:sldChg chg="addSp modSp new del mod">
        <pc:chgData name="hau nguyen" userId="31b9601862520d57" providerId="LiveId" clId="{07B2BC80-840C-483D-B7BE-C10A04130099}" dt="2025-11-28T15:36:10.181" v="2554" actId="2696"/>
        <pc:sldMkLst>
          <pc:docMk/>
          <pc:sldMk cId="3456043981" sldId="282"/>
        </pc:sldMkLst>
        <pc:graphicFrameChg chg="add mod">
          <ac:chgData name="hau nguyen" userId="31b9601862520d57" providerId="LiveId" clId="{07B2BC80-840C-483D-B7BE-C10A04130099}" dt="2025-11-28T15:35:37.339" v="2549" actId="1076"/>
          <ac:graphicFrameMkLst>
            <pc:docMk/>
            <pc:sldMk cId="3456043981" sldId="282"/>
            <ac:graphicFrameMk id="2" creationId="{148BD143-54B8-EEE9-1736-B63FC553545B}"/>
          </ac:graphicFrameMkLst>
        </pc:graphicFrameChg>
      </pc:sldChg>
      <pc:sldChg chg="modSp add mod modTransition">
        <pc:chgData name="hau nguyen" userId="31b9601862520d57" providerId="LiveId" clId="{07B2BC80-840C-483D-B7BE-C10A04130099}" dt="2025-11-29T09:54:23.416" v="3607"/>
        <pc:sldMkLst>
          <pc:docMk/>
          <pc:sldMk cId="510499536" sldId="283"/>
        </pc:sldMkLst>
        <pc:graphicFrameChg chg="mod modGraphic">
          <ac:chgData name="hau nguyen" userId="31b9601862520d57" providerId="LiveId" clId="{07B2BC80-840C-483D-B7BE-C10A04130099}" dt="2025-11-28T15:57:28.216" v="2896" actId="14100"/>
          <ac:graphicFrameMkLst>
            <pc:docMk/>
            <pc:sldMk cId="510499536" sldId="283"/>
            <ac:graphicFrameMk id="6" creationId="{3B48ACDC-4E78-A0E2-F9C4-A6291745838B}"/>
          </ac:graphicFrameMkLst>
        </pc:graphicFrameChg>
      </pc:sldChg>
      <pc:sldChg chg="addSp delSp modSp new mod ord modTransition modClrScheme chgLayout">
        <pc:chgData name="hau nguyen" userId="31b9601862520d57" providerId="LiveId" clId="{07B2BC80-840C-483D-B7BE-C10A04130099}" dt="2025-11-29T09:54:23.416" v="3607"/>
        <pc:sldMkLst>
          <pc:docMk/>
          <pc:sldMk cId="656096692" sldId="284"/>
        </pc:sldMkLst>
        <pc:spChg chg="del mod ord">
          <ac:chgData name="hau nguyen" userId="31b9601862520d57" providerId="LiveId" clId="{07B2BC80-840C-483D-B7BE-C10A04130099}" dt="2025-11-28T16:07:03.136" v="2904" actId="700"/>
          <ac:spMkLst>
            <pc:docMk/>
            <pc:sldMk cId="656096692" sldId="284"/>
            <ac:spMk id="2" creationId="{336BD2F7-35F5-46E0-0A14-00809DE1D0C9}"/>
          </ac:spMkLst>
        </pc:spChg>
        <pc:spChg chg="add mod">
          <ac:chgData name="hau nguyen" userId="31b9601862520d57" providerId="LiveId" clId="{07B2BC80-840C-483D-B7BE-C10A04130099}" dt="2025-11-29T08:39:44.481" v="2981"/>
          <ac:spMkLst>
            <pc:docMk/>
            <pc:sldMk cId="656096692" sldId="284"/>
            <ac:spMk id="2" creationId="{A9FF93E1-6DBA-D73F-5885-766E2E94425F}"/>
          </ac:spMkLst>
        </pc:spChg>
        <pc:spChg chg="del mod ord">
          <ac:chgData name="hau nguyen" userId="31b9601862520d57" providerId="LiveId" clId="{07B2BC80-840C-483D-B7BE-C10A04130099}" dt="2025-11-28T16:07:03.136" v="2904" actId="700"/>
          <ac:spMkLst>
            <pc:docMk/>
            <pc:sldMk cId="656096692" sldId="284"/>
            <ac:spMk id="3" creationId="{B2238127-53AC-ED29-C4E2-7E7B361F6269}"/>
          </ac:spMkLst>
        </pc:spChg>
        <pc:spChg chg="add mod ord">
          <ac:chgData name="hau nguyen" userId="31b9601862520d57" providerId="LiveId" clId="{07B2BC80-840C-483D-B7BE-C10A04130099}" dt="2025-11-29T08:39:09.502" v="2979" actId="255"/>
          <ac:spMkLst>
            <pc:docMk/>
            <pc:sldMk cId="656096692" sldId="284"/>
            <ac:spMk id="4" creationId="{BE08C54D-88F0-1C25-D7B2-0473274C3841}"/>
          </ac:spMkLst>
        </pc:spChg>
        <pc:spChg chg="add del mod ord">
          <ac:chgData name="hau nguyen" userId="31b9601862520d57" providerId="LiveId" clId="{07B2BC80-840C-483D-B7BE-C10A04130099}" dt="2025-11-29T08:49:32.365" v="3116" actId="20577"/>
          <ac:spMkLst>
            <pc:docMk/>
            <pc:sldMk cId="656096692" sldId="284"/>
            <ac:spMk id="5" creationId="{4F65E5C1-7F22-6731-2664-D5C79F869F32}"/>
          </ac:spMkLst>
        </pc:spChg>
      </pc:sldChg>
      <pc:sldChg chg="add del">
        <pc:chgData name="hau nguyen" userId="31b9601862520d57" providerId="LiveId" clId="{07B2BC80-840C-483D-B7BE-C10A04130099}" dt="2025-11-29T09:33:07.581" v="3476" actId="2696"/>
        <pc:sldMkLst>
          <pc:docMk/>
          <pc:sldMk cId="2772929165" sldId="285"/>
        </pc:sldMkLst>
      </pc:sldChg>
      <pc:sldChg chg="add del">
        <pc:chgData name="hau nguyen" userId="31b9601862520d57" providerId="LiveId" clId="{07B2BC80-840C-483D-B7BE-C10A04130099}" dt="2025-11-29T09:33:05.298" v="3475" actId="2696"/>
        <pc:sldMkLst>
          <pc:docMk/>
          <pc:sldMk cId="385687170" sldId="286"/>
        </pc:sldMkLst>
      </pc:sldChg>
      <pc:sldChg chg="addSp delSp modSp new mod modTransition modClrScheme chgLayout">
        <pc:chgData name="hau nguyen" userId="31b9601862520d57" providerId="LiveId" clId="{07B2BC80-840C-483D-B7BE-C10A04130099}" dt="2025-11-29T09:54:23.416" v="3607"/>
        <pc:sldMkLst>
          <pc:docMk/>
          <pc:sldMk cId="129619648" sldId="287"/>
        </pc:sldMkLst>
        <pc:spChg chg="add mod">
          <ac:chgData name="hau nguyen" userId="31b9601862520d57" providerId="LiveId" clId="{07B2BC80-840C-483D-B7BE-C10A04130099}" dt="2025-11-29T08:50:48.894" v="3120" actId="20577"/>
          <ac:spMkLst>
            <pc:docMk/>
            <pc:sldMk cId="129619648" sldId="287"/>
            <ac:spMk id="2" creationId="{6E56AA97-32C6-B3CC-D2D5-2C09ABDD0D20}"/>
          </ac:spMkLst>
        </pc:spChg>
        <pc:spChg chg="del">
          <ac:chgData name="hau nguyen" userId="31b9601862520d57" providerId="LiveId" clId="{07B2BC80-840C-483D-B7BE-C10A04130099}" dt="2025-11-29T08:29:29.600" v="2908" actId="700"/>
          <ac:spMkLst>
            <pc:docMk/>
            <pc:sldMk cId="129619648" sldId="287"/>
            <ac:spMk id="2" creationId="{BA5DE0EF-78EF-D6CE-44C5-0D1CFC774747}"/>
          </ac:spMkLst>
        </pc:spChg>
        <pc:spChg chg="del">
          <ac:chgData name="hau nguyen" userId="31b9601862520d57" providerId="LiveId" clId="{07B2BC80-840C-483D-B7BE-C10A04130099}" dt="2025-11-29T08:29:29.600" v="2908" actId="700"/>
          <ac:spMkLst>
            <pc:docMk/>
            <pc:sldMk cId="129619648" sldId="287"/>
            <ac:spMk id="3" creationId="{804D507C-5BAB-3EAA-C17A-DC6C4B4C8C50}"/>
          </ac:spMkLst>
        </pc:spChg>
        <pc:spChg chg="add mod ord">
          <ac:chgData name="hau nguyen" userId="31b9601862520d57" providerId="LiveId" clId="{07B2BC80-840C-483D-B7BE-C10A04130099}" dt="2025-11-29T08:52:58.857" v="3188" actId="1076"/>
          <ac:spMkLst>
            <pc:docMk/>
            <pc:sldMk cId="129619648" sldId="287"/>
            <ac:spMk id="3" creationId="{B1C421E4-CA4F-9C1E-D4F5-B20CF282D703}"/>
          </ac:spMkLst>
        </pc:spChg>
        <pc:spChg chg="add del mod ord">
          <ac:chgData name="hau nguyen" userId="31b9601862520d57" providerId="LiveId" clId="{07B2BC80-840C-483D-B7BE-C10A04130099}" dt="2025-11-29T08:51:19.010" v="3124" actId="21"/>
          <ac:spMkLst>
            <pc:docMk/>
            <pc:sldMk cId="129619648" sldId="287"/>
            <ac:spMk id="5" creationId="{C1A3A93E-68CF-6BAF-948D-80E11274F9FE}"/>
          </ac:spMkLst>
        </pc:spChg>
        <pc:graphicFrameChg chg="add del mod modGraphic">
          <ac:chgData name="hau nguyen" userId="31b9601862520d57" providerId="LiveId" clId="{07B2BC80-840C-483D-B7BE-C10A04130099}" dt="2025-11-29T08:53:32.557" v="3194" actId="14734"/>
          <ac:graphicFrameMkLst>
            <pc:docMk/>
            <pc:sldMk cId="129619648" sldId="287"/>
            <ac:graphicFrameMk id="4" creationId="{DCDFC438-7D86-D778-13B7-89D83AC8F96D}"/>
          </ac:graphicFrameMkLst>
        </pc:graphicFrameChg>
      </pc:sldChg>
      <pc:sldChg chg="addSp delSp modSp new mod modTransition modClrScheme modAnim chgLayout">
        <pc:chgData name="hau nguyen" userId="31b9601862520d57" providerId="LiveId" clId="{07B2BC80-840C-483D-B7BE-C10A04130099}" dt="2025-11-29T14:06:00.573" v="3620" actId="1076"/>
        <pc:sldMkLst>
          <pc:docMk/>
          <pc:sldMk cId="186557972" sldId="288"/>
        </pc:sldMkLst>
        <pc:spChg chg="del mod ord">
          <ac:chgData name="hau nguyen" userId="31b9601862520d57" providerId="LiveId" clId="{07B2BC80-840C-483D-B7BE-C10A04130099}" dt="2025-11-29T08:58:21.154" v="3240" actId="700"/>
          <ac:spMkLst>
            <pc:docMk/>
            <pc:sldMk cId="186557972" sldId="288"/>
            <ac:spMk id="2" creationId="{6810E61A-2286-9680-0FF3-9871DA051B29}"/>
          </ac:spMkLst>
        </pc:spChg>
        <pc:spChg chg="del mod ord">
          <ac:chgData name="hau nguyen" userId="31b9601862520d57" providerId="LiveId" clId="{07B2BC80-840C-483D-B7BE-C10A04130099}" dt="2025-11-29T08:58:21.154" v="3240" actId="700"/>
          <ac:spMkLst>
            <pc:docMk/>
            <pc:sldMk cId="186557972" sldId="288"/>
            <ac:spMk id="3" creationId="{8F4ED6E8-2DC6-6BB6-C354-BAA0E29C6C29}"/>
          </ac:spMkLst>
        </pc:spChg>
        <pc:spChg chg="add del mod ord">
          <ac:chgData name="hau nguyen" userId="31b9601862520d57" providerId="LiveId" clId="{07B2BC80-840C-483D-B7BE-C10A04130099}" dt="2025-11-29T14:05:45.913" v="3616" actId="21"/>
          <ac:spMkLst>
            <pc:docMk/>
            <pc:sldMk cId="186557972" sldId="288"/>
            <ac:spMk id="4" creationId="{04645D87-0805-397F-5F85-E67B3B226C11}"/>
          </ac:spMkLst>
        </pc:spChg>
        <pc:spChg chg="add del mod ord">
          <ac:chgData name="hau nguyen" userId="31b9601862520d57" providerId="LiveId" clId="{07B2BC80-840C-483D-B7BE-C10A04130099}" dt="2025-11-29T14:05:31.549" v="3615"/>
          <ac:spMkLst>
            <pc:docMk/>
            <pc:sldMk cId="186557972" sldId="288"/>
            <ac:spMk id="5" creationId="{9E31D175-649D-BDD6-171C-F97F3D2E3471}"/>
          </ac:spMkLst>
        </pc:spChg>
        <pc:picChg chg="add mod">
          <ac:chgData name="hau nguyen" userId="31b9601862520d57" providerId="LiveId" clId="{07B2BC80-840C-483D-B7BE-C10A04130099}" dt="2025-11-29T14:06:00.573" v="3620" actId="1076"/>
          <ac:picMkLst>
            <pc:docMk/>
            <pc:sldMk cId="186557972" sldId="288"/>
            <ac:picMk id="2" creationId="{26AE56B1-D182-F01D-571A-04F711262010}"/>
          </ac:picMkLst>
        </pc:picChg>
      </pc:sldChg>
      <pc:sldMasterChg chg="modTransition modSldLayout">
        <pc:chgData name="hau nguyen" userId="31b9601862520d57" providerId="LiveId" clId="{07B2BC80-840C-483D-B7BE-C10A04130099}" dt="2025-11-29T09:54:23.416" v="3607"/>
        <pc:sldMasterMkLst>
          <pc:docMk/>
          <pc:sldMasterMk cId="1103704578" sldId="2147483648"/>
        </pc:sldMasterMkLst>
        <pc:sldLayoutChg chg="modTransition">
          <pc:chgData name="hau nguyen" userId="31b9601862520d57" providerId="LiveId" clId="{07B2BC80-840C-483D-B7BE-C10A04130099}" dt="2025-11-29T09:54:23.416" v="3607"/>
          <pc:sldLayoutMkLst>
            <pc:docMk/>
            <pc:sldMasterMk cId="1103704578" sldId="2147483648"/>
            <pc:sldLayoutMk cId="2367785457" sldId="2147483650"/>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698492436" sldId="2147483652"/>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4050445342" sldId="2147483653"/>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946131271" sldId="2147483654"/>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964197517" sldId="2147483655"/>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1542098187" sldId="2147483656"/>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250931309" sldId="2147483657"/>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1759062688" sldId="2147483658"/>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4232255684" sldId="2147483659"/>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82394318" sldId="2147483660"/>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685504791" sldId="2147483661"/>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1669461504" sldId="2147483663"/>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295759222" sldId="2147483664"/>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126369062" sldId="2147483665"/>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556976166" sldId="2147483666"/>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654608485" sldId="2147483667"/>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571172702" sldId="2147483668"/>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621534444" sldId="2147483669"/>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351695286" sldId="2147483670"/>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4067497471" sldId="2147483671"/>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236308110" sldId="2147483672"/>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799990860" sldId="2147483673"/>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1502342204" sldId="2147483674"/>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806515448" sldId="2147483675"/>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272589710" sldId="2147483676"/>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881589510" sldId="2147483677"/>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3965413790" sldId="2147483678"/>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4158657740" sldId="2147483679"/>
          </pc:sldLayoutMkLst>
        </pc:sldLayoutChg>
        <pc:sldLayoutChg chg="modTransition">
          <pc:chgData name="hau nguyen" userId="31b9601862520d57" providerId="LiveId" clId="{07B2BC80-840C-483D-B7BE-C10A04130099}" dt="2025-11-29T09:54:23.416" v="3607"/>
          <pc:sldLayoutMkLst>
            <pc:docMk/>
            <pc:sldMasterMk cId="1103704578" sldId="2147483648"/>
            <pc:sldLayoutMk cId="2153790387" sldId="2147483680"/>
          </pc:sldLayoutMkLst>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29-Nov-25</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29-Nov-25</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29-Nov-25</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fltVal val="0"/>
                                          </p:val>
                                        </p:tav>
                                        <p:tav tm="100000">
                                          <p:val>
                                            <p:strVal val="#ppt_h"/>
                                          </p:val>
                                        </p:tav>
                                      </p:tavLst>
                                    </p:anim>
                                    <p:animEffect transition="in" filter="fade">
                                      <p:cBhvr>
                                        <p:cTn id="14" dur="1000"/>
                                        <p:tgtEl>
                                          <p:spTgt spid="17"/>
                                        </p:tgtEl>
                                      </p:cBhvr>
                                    </p:animEffect>
                                  </p:childTnLst>
                                </p:cTn>
                              </p:par>
                              <p:par>
                                <p:cTn id="15" presetID="53" presetClass="entr" presetSubtype="16"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1000" fill="hold"/>
                                        <p:tgtEl>
                                          <p:spTgt spid="18"/>
                                        </p:tgtEl>
                                        <p:attrNameLst>
                                          <p:attrName>ppt_w</p:attrName>
                                        </p:attrNameLst>
                                      </p:cBhvr>
                                      <p:tavLst>
                                        <p:tav tm="0">
                                          <p:val>
                                            <p:fltVal val="0"/>
                                          </p:val>
                                        </p:tav>
                                        <p:tav tm="100000">
                                          <p:val>
                                            <p:strVal val="#ppt_w"/>
                                          </p:val>
                                        </p:tav>
                                      </p:tavLst>
                                    </p:anim>
                                    <p:anim calcmode="lin" valueType="num">
                                      <p:cBhvr>
                                        <p:cTn id="18" dur="1000" fill="hold"/>
                                        <p:tgtEl>
                                          <p:spTgt spid="18"/>
                                        </p:tgtEl>
                                        <p:attrNameLst>
                                          <p:attrName>ppt_h</p:attrName>
                                        </p:attrNameLst>
                                      </p:cBhvr>
                                      <p:tavLst>
                                        <p:tav tm="0">
                                          <p:val>
                                            <p:fltVal val="0"/>
                                          </p:val>
                                        </p:tav>
                                        <p:tav tm="100000">
                                          <p:val>
                                            <p:strVal val="#ppt_h"/>
                                          </p:val>
                                        </p:tav>
                                      </p:tavLst>
                                    </p:anim>
                                    <p:animEffect transition="in" filter="fade">
                                      <p:cBhvr>
                                        <p:cTn id="19" dur="10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ppt_w</p:attrName>
                                        </p:attrNameLst>
                                      </p:cBhvr>
                                      <p:tavLst>
                                        <p:tav tm="0">
                                          <p:val>
                                            <p:fltVal val="0"/>
                                          </p:val>
                                        </p:tav>
                                        <p:tav tm="100000">
                                          <p:val>
                                            <p:strVal val="#ppt_w"/>
                                          </p:val>
                                        </p:tav>
                                      </p:tavLst>
                                    </p:anim>
                                    <p:anim calcmode="lin" valueType="num">
                                      <p:cBhvr>
                                        <p:cTn id="23" dur="1000" fill="hold"/>
                                        <p:tgtEl>
                                          <p:spTgt spid="20"/>
                                        </p:tgtEl>
                                        <p:attrNameLst>
                                          <p:attrName>ppt_h</p:attrName>
                                        </p:attrNameLst>
                                      </p:cBhvr>
                                      <p:tavLst>
                                        <p:tav tm="0">
                                          <p:val>
                                            <p:fltVal val="0"/>
                                          </p:val>
                                        </p:tav>
                                        <p:tav tm="100000">
                                          <p:val>
                                            <p:strVal val="#ppt_h"/>
                                          </p:val>
                                        </p:tav>
                                      </p:tavLst>
                                    </p:anim>
                                    <p:animEffect transition="in" filter="fade">
                                      <p:cBhvr>
                                        <p:cTn id="24" dur="1000"/>
                                        <p:tgtEl>
                                          <p:spTgt spid="20"/>
                                        </p:tgtEl>
                                      </p:cBhvr>
                                    </p:animEffect>
                                  </p:childTnLst>
                                </p:cTn>
                              </p:par>
                              <p:par>
                                <p:cTn id="25" presetID="53" presetClass="entr" presetSubtype="16"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1000" fill="hold"/>
                                        <p:tgtEl>
                                          <p:spTgt spid="21"/>
                                        </p:tgtEl>
                                        <p:attrNameLst>
                                          <p:attrName>ppt_w</p:attrName>
                                        </p:attrNameLst>
                                      </p:cBhvr>
                                      <p:tavLst>
                                        <p:tav tm="0">
                                          <p:val>
                                            <p:fltVal val="0"/>
                                          </p:val>
                                        </p:tav>
                                        <p:tav tm="100000">
                                          <p:val>
                                            <p:strVal val="#ppt_w"/>
                                          </p:val>
                                        </p:tav>
                                      </p:tavLst>
                                    </p:anim>
                                    <p:anim calcmode="lin" valueType="num">
                                      <p:cBhvr>
                                        <p:cTn id="28" dur="1000" fill="hold"/>
                                        <p:tgtEl>
                                          <p:spTgt spid="21"/>
                                        </p:tgtEl>
                                        <p:attrNameLst>
                                          <p:attrName>ppt_h</p:attrName>
                                        </p:attrNameLst>
                                      </p:cBhvr>
                                      <p:tavLst>
                                        <p:tav tm="0">
                                          <p:val>
                                            <p:fltVal val="0"/>
                                          </p:val>
                                        </p:tav>
                                        <p:tav tm="100000">
                                          <p:val>
                                            <p:strVal val="#ppt_h"/>
                                          </p:val>
                                        </p:tav>
                                      </p:tavLst>
                                    </p:anim>
                                    <p:animEffect transition="in" filter="fade">
                                      <p:cBhvr>
                                        <p:cTn id="2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29-Nov-25</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29-Nov-25</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29-Nov-25</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29-Nov-25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6.xml"/><Relationship Id="rId1" Type="http://schemas.openxmlformats.org/officeDocument/2006/relationships/video" Target="https://www.youtube.com/embed/xA6CL3KkzPw?feature=oembed"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9C82-E165-4291-296C-0B6D296854DE}"/>
              </a:ext>
            </a:extLst>
          </p:cNvPr>
          <p:cNvSpPr>
            <a:spLocks noGrp="1"/>
          </p:cNvSpPr>
          <p:nvPr>
            <p:ph type="ctrTitle"/>
          </p:nvPr>
        </p:nvSpPr>
        <p:spPr>
          <a:xfrm>
            <a:off x="493144" y="1692142"/>
            <a:ext cx="11205713" cy="1855310"/>
          </a:xfrm>
        </p:spPr>
        <p:txBody>
          <a:bodyPr/>
          <a:lstStyle/>
          <a:p>
            <a:r>
              <a:rPr lang="en-US" dirty="0" err="1"/>
              <a:t>Dự</a:t>
            </a:r>
            <a:r>
              <a:rPr lang="en-US" dirty="0"/>
              <a:t> </a:t>
            </a:r>
            <a:r>
              <a:rPr lang="en-US" dirty="0" err="1"/>
              <a:t>án</a:t>
            </a:r>
            <a:r>
              <a:rPr lang="en-US" dirty="0"/>
              <a:t> 2:</a:t>
            </a:r>
            <a:br>
              <a:rPr lang="en-US" dirty="0"/>
            </a:br>
            <a:r>
              <a:rPr lang="en-US" dirty="0" err="1"/>
              <a:t>Phân</a:t>
            </a:r>
            <a:r>
              <a:rPr lang="en-US" dirty="0"/>
              <a:t> </a:t>
            </a:r>
            <a:r>
              <a:rPr lang="en-US" dirty="0" err="1"/>
              <a:t>tích</a:t>
            </a:r>
            <a:r>
              <a:rPr lang="en-US" dirty="0"/>
              <a:t> so </a:t>
            </a:r>
            <a:r>
              <a:rPr lang="en-US" dirty="0" err="1"/>
              <a:t>sánh</a:t>
            </a:r>
            <a:r>
              <a:rPr lang="en-US" dirty="0"/>
              <a:t> </a:t>
            </a:r>
            <a:r>
              <a:rPr lang="en-US" dirty="0" err="1"/>
              <a:t>các</a:t>
            </a:r>
            <a:r>
              <a:rPr lang="en-US" dirty="0"/>
              <a:t> </a:t>
            </a:r>
            <a:r>
              <a:rPr lang="en-US" dirty="0" err="1"/>
              <a:t>công</a:t>
            </a:r>
            <a:r>
              <a:rPr lang="en-US" dirty="0"/>
              <a:t> </a:t>
            </a:r>
            <a:r>
              <a:rPr lang="en-US" dirty="0" err="1"/>
              <a:t>cụ</a:t>
            </a:r>
            <a:r>
              <a:rPr lang="en-US" dirty="0"/>
              <a:t> CNTT</a:t>
            </a:r>
          </a:p>
        </p:txBody>
      </p:sp>
      <p:sp>
        <p:nvSpPr>
          <p:cNvPr id="3" name="Subtitle 2">
            <a:extLst>
              <a:ext uri="{FF2B5EF4-FFF2-40B4-BE49-F238E27FC236}">
                <a16:creationId xmlns:a16="http://schemas.microsoft.com/office/drawing/2014/main" id="{D1AB227C-F72B-0A3A-1BA0-B974084F3559}"/>
              </a:ext>
            </a:extLst>
          </p:cNvPr>
          <p:cNvSpPr>
            <a:spLocks noGrp="1"/>
          </p:cNvSpPr>
          <p:nvPr>
            <p:ph type="subTitle" idx="1"/>
          </p:nvPr>
        </p:nvSpPr>
        <p:spPr>
          <a:xfrm>
            <a:off x="493144" y="3603098"/>
            <a:ext cx="11205713" cy="1036706"/>
          </a:xfrm>
        </p:spPr>
        <p:txBody>
          <a:bodyPr/>
          <a:lstStyle/>
          <a:p>
            <a:r>
              <a:rPr lang="en-US" dirty="0" err="1"/>
              <a:t>Chủ</a:t>
            </a:r>
            <a:r>
              <a:rPr lang="en-US" dirty="0"/>
              <a:t> </a:t>
            </a:r>
            <a:r>
              <a:rPr lang="en-US" dirty="0" err="1"/>
              <a:t>đề</a:t>
            </a:r>
            <a:r>
              <a:rPr lang="en-US" dirty="0"/>
              <a:t>: Chatbot AI (ChatGPT, Gemini, Grok)</a:t>
            </a:r>
          </a:p>
        </p:txBody>
      </p:sp>
      <p:sp>
        <p:nvSpPr>
          <p:cNvPr id="4" name="Text Placeholder 3">
            <a:extLst>
              <a:ext uri="{FF2B5EF4-FFF2-40B4-BE49-F238E27FC236}">
                <a16:creationId xmlns:a16="http://schemas.microsoft.com/office/drawing/2014/main" id="{22A2249C-51C8-C10F-ACF3-9A8B868F97F6}"/>
              </a:ext>
            </a:extLst>
          </p:cNvPr>
          <p:cNvSpPr>
            <a:spLocks noGrp="1"/>
          </p:cNvSpPr>
          <p:nvPr>
            <p:ph type="body" sz="quarter" idx="12"/>
          </p:nvPr>
        </p:nvSpPr>
        <p:spPr>
          <a:xfrm>
            <a:off x="2404930" y="4919795"/>
            <a:ext cx="2716984" cy="492125"/>
          </a:xfrm>
        </p:spPr>
        <p:txBody>
          <a:bodyPr/>
          <a:lstStyle/>
          <a:p>
            <a:r>
              <a:rPr lang="en-US" sz="1800" dirty="0"/>
              <a:t>Sinh </a:t>
            </a:r>
            <a:r>
              <a:rPr lang="en-US" sz="1800" dirty="0" err="1"/>
              <a:t>viên</a:t>
            </a:r>
            <a:r>
              <a:rPr lang="en-US" sz="1800" dirty="0"/>
              <a:t> </a:t>
            </a:r>
            <a:r>
              <a:rPr lang="en-US" sz="1800" dirty="0" err="1"/>
              <a:t>thực</a:t>
            </a:r>
            <a:r>
              <a:rPr lang="en-US" sz="1800" dirty="0"/>
              <a:t> </a:t>
            </a:r>
            <a:r>
              <a:rPr lang="en-US" sz="1800" dirty="0" err="1"/>
              <a:t>hiện</a:t>
            </a:r>
            <a:r>
              <a:rPr lang="en-US" sz="1800" dirty="0"/>
              <a:t>:  </a:t>
            </a:r>
          </a:p>
        </p:txBody>
      </p:sp>
      <p:sp>
        <p:nvSpPr>
          <p:cNvPr id="6" name="Text Placeholder 3">
            <a:extLst>
              <a:ext uri="{FF2B5EF4-FFF2-40B4-BE49-F238E27FC236}">
                <a16:creationId xmlns:a16="http://schemas.microsoft.com/office/drawing/2014/main" id="{DD76CC92-F00E-D37C-BF9D-48B70B8BD315}"/>
              </a:ext>
            </a:extLst>
          </p:cNvPr>
          <p:cNvSpPr txBox="1">
            <a:spLocks/>
          </p:cNvSpPr>
          <p:nvPr/>
        </p:nvSpPr>
        <p:spPr>
          <a:xfrm>
            <a:off x="4984569" y="4919793"/>
            <a:ext cx="2838950" cy="15494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800" dirty="0"/>
              <a:t>Lê </a:t>
            </a:r>
            <a:r>
              <a:rPr lang="en-US" sz="1800" dirty="0" err="1"/>
              <a:t>Trần</a:t>
            </a:r>
            <a:r>
              <a:rPr lang="en-US" sz="1800" dirty="0"/>
              <a:t> Hoàng Long</a:t>
            </a:r>
          </a:p>
          <a:p>
            <a:pPr algn="l"/>
            <a:r>
              <a:rPr lang="en-US" sz="1800" dirty="0"/>
              <a:t>Nguyễn Phúc </a:t>
            </a:r>
            <a:r>
              <a:rPr lang="en-US" sz="1800" dirty="0" err="1"/>
              <a:t>Lộc</a:t>
            </a:r>
            <a:r>
              <a:rPr lang="en-US" sz="1800" dirty="0"/>
              <a:t>           </a:t>
            </a:r>
          </a:p>
          <a:p>
            <a:pPr algn="l"/>
            <a:r>
              <a:rPr lang="en-US" sz="1800" dirty="0" err="1"/>
              <a:t>Đỗ</a:t>
            </a:r>
            <a:r>
              <a:rPr lang="en-US" sz="1800" dirty="0"/>
              <a:t> Thị Thảo My               </a:t>
            </a:r>
          </a:p>
          <a:p>
            <a:pPr algn="l"/>
            <a:r>
              <a:rPr lang="en-US" sz="1800" dirty="0"/>
              <a:t>Quách Huỳnh My            </a:t>
            </a:r>
          </a:p>
        </p:txBody>
      </p:sp>
      <p:sp>
        <p:nvSpPr>
          <p:cNvPr id="8" name="Text Placeholder 3">
            <a:extLst>
              <a:ext uri="{FF2B5EF4-FFF2-40B4-BE49-F238E27FC236}">
                <a16:creationId xmlns:a16="http://schemas.microsoft.com/office/drawing/2014/main" id="{7FE24AC6-8145-940A-3A4E-EB313EC99F86}"/>
              </a:ext>
            </a:extLst>
          </p:cNvPr>
          <p:cNvSpPr txBox="1">
            <a:spLocks/>
          </p:cNvSpPr>
          <p:nvPr/>
        </p:nvSpPr>
        <p:spPr>
          <a:xfrm>
            <a:off x="7070088" y="4919792"/>
            <a:ext cx="1887166" cy="15494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B2505841</a:t>
            </a:r>
          </a:p>
          <a:p>
            <a:r>
              <a:rPr lang="en-US" sz="1800" dirty="0"/>
              <a:t>B2505842</a:t>
            </a:r>
          </a:p>
          <a:p>
            <a:r>
              <a:rPr lang="en-US" sz="1800" dirty="0"/>
              <a:t>B2505843</a:t>
            </a:r>
          </a:p>
          <a:p>
            <a:r>
              <a:rPr lang="en-US" sz="1800" dirty="0"/>
              <a:t>B2505844</a:t>
            </a:r>
          </a:p>
        </p:txBody>
      </p:sp>
    </p:spTree>
    <p:extLst>
      <p:ext uri="{BB962C8B-B14F-4D97-AF65-F5344CB8AC3E}">
        <p14:creationId xmlns:p14="http://schemas.microsoft.com/office/powerpoint/2010/main" val="731403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C98C-59A6-490B-83BD-EE1E10A5BA9A}"/>
              </a:ext>
            </a:extLst>
          </p:cNvPr>
          <p:cNvSpPr>
            <a:spLocks noGrp="1"/>
          </p:cNvSpPr>
          <p:nvPr>
            <p:ph type="title"/>
          </p:nvPr>
        </p:nvSpPr>
        <p:spPr/>
        <p:txBody>
          <a:bodyPr>
            <a:normAutofit/>
          </a:bodyPr>
          <a:lstStyle/>
          <a:p>
            <a:r>
              <a:rPr lang="en-US" sz="4400" dirty="0" err="1"/>
              <a:t>Mục</a:t>
            </a:r>
            <a:r>
              <a:rPr lang="en-US" sz="4400" dirty="0"/>
              <a:t> </a:t>
            </a:r>
            <a:r>
              <a:rPr lang="en-US" sz="4400" dirty="0" err="1"/>
              <a:t>lục</a:t>
            </a:r>
            <a:endParaRPr lang="en-US" sz="4400" dirty="0"/>
          </a:p>
        </p:txBody>
      </p:sp>
      <p:sp>
        <p:nvSpPr>
          <p:cNvPr id="3" name="Content Placeholder 2">
            <a:extLst>
              <a:ext uri="{FF2B5EF4-FFF2-40B4-BE49-F238E27FC236}">
                <a16:creationId xmlns:a16="http://schemas.microsoft.com/office/drawing/2014/main" id="{E48B3A4D-EB59-4245-BACF-15AE3A78BA4E}"/>
              </a:ext>
            </a:extLst>
          </p:cNvPr>
          <p:cNvSpPr>
            <a:spLocks noGrp="1"/>
          </p:cNvSpPr>
          <p:nvPr>
            <p:ph idx="1"/>
          </p:nvPr>
        </p:nvSpPr>
        <p:spPr/>
        <p:txBody>
          <a:bodyPr>
            <a:normAutofit/>
          </a:bodyPr>
          <a:lstStyle/>
          <a:p>
            <a:pPr algn="l">
              <a:lnSpc>
                <a:spcPct val="90000"/>
              </a:lnSpc>
              <a:spcBef>
                <a:spcPts val="1000"/>
              </a:spcBef>
            </a:pPr>
            <a:r>
              <a:rPr lang="en-US" sz="3600" dirty="0">
                <a:solidFill>
                  <a:srgbClr val="00AFEF"/>
                </a:solidFill>
              </a:rPr>
              <a:t>1. </a:t>
            </a:r>
            <a:r>
              <a:rPr lang="en-US" sz="3600" dirty="0" err="1">
                <a:solidFill>
                  <a:srgbClr val="00AFEF"/>
                </a:solidFill>
              </a:rPr>
              <a:t>Tổng</a:t>
            </a:r>
            <a:r>
              <a:rPr lang="en-US" sz="3600" dirty="0">
                <a:solidFill>
                  <a:srgbClr val="00AFEF"/>
                </a:solidFill>
              </a:rPr>
              <a:t> </a:t>
            </a:r>
            <a:r>
              <a:rPr lang="en-US" sz="3600" dirty="0" err="1">
                <a:solidFill>
                  <a:srgbClr val="00AFEF"/>
                </a:solidFill>
              </a:rPr>
              <a:t>quan</a:t>
            </a:r>
            <a:endParaRPr lang="en-US" sz="3600" dirty="0">
              <a:solidFill>
                <a:srgbClr val="00AFEF"/>
              </a:solidFill>
            </a:endParaRPr>
          </a:p>
          <a:p>
            <a:pPr algn="l">
              <a:lnSpc>
                <a:spcPct val="90000"/>
              </a:lnSpc>
              <a:spcBef>
                <a:spcPts val="1000"/>
              </a:spcBef>
            </a:pPr>
            <a:r>
              <a:rPr lang="en-US" sz="3600" dirty="0">
                <a:solidFill>
                  <a:srgbClr val="00AFEF"/>
                </a:solidFill>
              </a:rPr>
              <a:t>2. </a:t>
            </a:r>
            <a:r>
              <a:rPr lang="en-US" sz="3600" dirty="0" err="1">
                <a:solidFill>
                  <a:srgbClr val="00AFEF"/>
                </a:solidFill>
              </a:rPr>
              <a:t>Lịch</a:t>
            </a:r>
            <a:r>
              <a:rPr lang="en-US" sz="3600" dirty="0">
                <a:solidFill>
                  <a:srgbClr val="00AFEF"/>
                </a:solidFill>
              </a:rPr>
              <a:t> </a:t>
            </a:r>
            <a:r>
              <a:rPr lang="en-US" sz="3600" dirty="0" err="1">
                <a:solidFill>
                  <a:srgbClr val="00AFEF"/>
                </a:solidFill>
              </a:rPr>
              <a:t>sử</a:t>
            </a:r>
            <a:r>
              <a:rPr lang="en-US" sz="3600" dirty="0">
                <a:solidFill>
                  <a:srgbClr val="00AFEF"/>
                </a:solidFill>
              </a:rPr>
              <a:t> </a:t>
            </a:r>
            <a:r>
              <a:rPr lang="en-US" sz="3600" dirty="0" err="1">
                <a:solidFill>
                  <a:srgbClr val="00AFEF"/>
                </a:solidFill>
              </a:rPr>
              <a:t>các</a:t>
            </a:r>
            <a:r>
              <a:rPr lang="en-US" sz="3600" dirty="0">
                <a:solidFill>
                  <a:srgbClr val="00AFEF"/>
                </a:solidFill>
              </a:rPr>
              <a:t> </a:t>
            </a:r>
            <a:r>
              <a:rPr lang="en-US" sz="3600" dirty="0" err="1">
                <a:solidFill>
                  <a:srgbClr val="00AFEF"/>
                </a:solidFill>
              </a:rPr>
              <a:t>phiên</a:t>
            </a:r>
            <a:r>
              <a:rPr lang="en-US" sz="3600" dirty="0">
                <a:solidFill>
                  <a:srgbClr val="00AFEF"/>
                </a:solidFill>
              </a:rPr>
              <a:t> </a:t>
            </a:r>
            <a:r>
              <a:rPr lang="en-US" sz="3600" dirty="0" err="1">
                <a:solidFill>
                  <a:srgbClr val="00AFEF"/>
                </a:solidFill>
              </a:rPr>
              <a:t>bản</a:t>
            </a:r>
            <a:endParaRPr lang="en-US" sz="3600" dirty="0">
              <a:solidFill>
                <a:srgbClr val="00AFEF"/>
              </a:solidFill>
            </a:endParaRPr>
          </a:p>
          <a:p>
            <a:pPr algn="l">
              <a:lnSpc>
                <a:spcPct val="90000"/>
              </a:lnSpc>
              <a:spcBef>
                <a:spcPts val="1000"/>
              </a:spcBef>
            </a:pPr>
            <a:r>
              <a:rPr lang="en-US" sz="3600" dirty="0">
                <a:solidFill>
                  <a:srgbClr val="00AFEF"/>
                </a:solidFill>
              </a:rPr>
              <a:t>3. So </a:t>
            </a:r>
            <a:r>
              <a:rPr lang="en-US" sz="3600" dirty="0" err="1">
                <a:solidFill>
                  <a:srgbClr val="00AFEF"/>
                </a:solidFill>
              </a:rPr>
              <a:t>sánh</a:t>
            </a:r>
            <a:r>
              <a:rPr lang="en-US" sz="3600" dirty="0">
                <a:solidFill>
                  <a:srgbClr val="00AFEF"/>
                </a:solidFill>
              </a:rPr>
              <a:t> </a:t>
            </a:r>
            <a:r>
              <a:rPr lang="en-US" sz="3600" dirty="0" err="1">
                <a:solidFill>
                  <a:srgbClr val="00AFEF"/>
                </a:solidFill>
              </a:rPr>
              <a:t>tính</a:t>
            </a:r>
            <a:r>
              <a:rPr lang="en-US" sz="3600" dirty="0">
                <a:solidFill>
                  <a:srgbClr val="00AFEF"/>
                </a:solidFill>
              </a:rPr>
              <a:t> </a:t>
            </a:r>
            <a:r>
              <a:rPr lang="en-US" sz="3600" dirty="0" err="1">
                <a:solidFill>
                  <a:srgbClr val="00AFEF"/>
                </a:solidFill>
              </a:rPr>
              <a:t>năng</a:t>
            </a:r>
            <a:r>
              <a:rPr lang="en-US" sz="3600" dirty="0">
                <a:solidFill>
                  <a:srgbClr val="00AFEF"/>
                </a:solidFill>
              </a:rPr>
              <a:t> </a:t>
            </a:r>
            <a:r>
              <a:rPr lang="en-US" sz="3600" dirty="0" err="1">
                <a:solidFill>
                  <a:srgbClr val="00AFEF"/>
                </a:solidFill>
              </a:rPr>
              <a:t>kỹ</a:t>
            </a:r>
            <a:r>
              <a:rPr lang="en-US" sz="3600" dirty="0">
                <a:solidFill>
                  <a:srgbClr val="00AFEF"/>
                </a:solidFill>
              </a:rPr>
              <a:t> </a:t>
            </a:r>
            <a:r>
              <a:rPr lang="en-US" sz="3600" dirty="0" err="1">
                <a:solidFill>
                  <a:srgbClr val="00AFEF"/>
                </a:solidFill>
              </a:rPr>
              <a:t>thuật</a:t>
            </a:r>
            <a:endParaRPr lang="en-US" sz="3600" dirty="0">
              <a:solidFill>
                <a:srgbClr val="00AFEF"/>
              </a:solidFill>
            </a:endParaRPr>
          </a:p>
          <a:p>
            <a:pPr algn="l">
              <a:lnSpc>
                <a:spcPct val="90000"/>
              </a:lnSpc>
              <a:spcBef>
                <a:spcPts val="1000"/>
              </a:spcBef>
            </a:pPr>
            <a:r>
              <a:rPr lang="en-US" sz="3600" dirty="0">
                <a:solidFill>
                  <a:srgbClr val="00AFEF"/>
                </a:solidFill>
              </a:rPr>
              <a:t>4. Video </a:t>
            </a:r>
            <a:r>
              <a:rPr lang="en-US" sz="3600" dirty="0" err="1">
                <a:solidFill>
                  <a:srgbClr val="00AFEF"/>
                </a:solidFill>
              </a:rPr>
              <a:t>minh</a:t>
            </a:r>
            <a:r>
              <a:rPr lang="en-US" sz="3600" dirty="0">
                <a:solidFill>
                  <a:srgbClr val="00AFEF"/>
                </a:solidFill>
              </a:rPr>
              <a:t> </a:t>
            </a:r>
            <a:r>
              <a:rPr lang="en-US" sz="3600" dirty="0" err="1">
                <a:solidFill>
                  <a:srgbClr val="00AFEF"/>
                </a:solidFill>
              </a:rPr>
              <a:t>họa</a:t>
            </a:r>
            <a:r>
              <a:rPr lang="en-US" sz="3600" dirty="0">
                <a:solidFill>
                  <a:srgbClr val="00AFEF"/>
                </a:solidFill>
              </a:rPr>
              <a:t> </a:t>
            </a:r>
            <a:r>
              <a:rPr lang="en-US" sz="3600" dirty="0" err="1">
                <a:solidFill>
                  <a:srgbClr val="00AFEF"/>
                </a:solidFill>
              </a:rPr>
              <a:t>các</a:t>
            </a:r>
            <a:r>
              <a:rPr lang="en-US" sz="3600" dirty="0">
                <a:solidFill>
                  <a:srgbClr val="00AFEF"/>
                </a:solidFill>
              </a:rPr>
              <a:t> </a:t>
            </a:r>
            <a:r>
              <a:rPr lang="en-US" sz="3600" dirty="0" err="1">
                <a:solidFill>
                  <a:srgbClr val="00AFEF"/>
                </a:solidFill>
              </a:rPr>
              <a:t>công</a:t>
            </a:r>
            <a:r>
              <a:rPr lang="en-US" sz="3600" dirty="0">
                <a:solidFill>
                  <a:srgbClr val="00AFEF"/>
                </a:solidFill>
              </a:rPr>
              <a:t> </a:t>
            </a:r>
            <a:r>
              <a:rPr lang="en-US" sz="3600" dirty="0" err="1">
                <a:solidFill>
                  <a:srgbClr val="00AFEF"/>
                </a:solidFill>
              </a:rPr>
              <a:t>cụ</a:t>
            </a:r>
            <a:r>
              <a:rPr lang="en-US" sz="3600" dirty="0">
                <a:solidFill>
                  <a:srgbClr val="00AFEF"/>
                </a:solidFill>
              </a:rPr>
              <a:t> Chatbot AI</a:t>
            </a:r>
          </a:p>
          <a:p>
            <a:pPr algn="l">
              <a:lnSpc>
                <a:spcPct val="90000"/>
              </a:lnSpc>
              <a:spcBef>
                <a:spcPts val="1000"/>
              </a:spcBef>
            </a:pPr>
            <a:r>
              <a:rPr lang="en-US" sz="3600" dirty="0">
                <a:solidFill>
                  <a:srgbClr val="00AFEF"/>
                </a:solidFill>
              </a:rPr>
              <a:t>5. </a:t>
            </a:r>
            <a:r>
              <a:rPr lang="en-US" sz="3600" dirty="0" err="1">
                <a:solidFill>
                  <a:srgbClr val="00AFEF"/>
                </a:solidFill>
              </a:rPr>
              <a:t>Những</a:t>
            </a:r>
            <a:r>
              <a:rPr lang="en-US" sz="3600" dirty="0">
                <a:solidFill>
                  <a:srgbClr val="00AFEF"/>
                </a:solidFill>
              </a:rPr>
              <a:t> </a:t>
            </a:r>
            <a:r>
              <a:rPr lang="en-US" sz="3600" dirty="0" err="1">
                <a:solidFill>
                  <a:srgbClr val="00AFEF"/>
                </a:solidFill>
              </a:rPr>
              <a:t>hiểu</a:t>
            </a:r>
            <a:r>
              <a:rPr lang="en-US" sz="3600" dirty="0">
                <a:solidFill>
                  <a:srgbClr val="00AFEF"/>
                </a:solidFill>
              </a:rPr>
              <a:t> </a:t>
            </a:r>
            <a:r>
              <a:rPr lang="en-US" sz="3600" dirty="0" err="1">
                <a:solidFill>
                  <a:srgbClr val="00AFEF"/>
                </a:solidFill>
              </a:rPr>
              <a:t>biết</a:t>
            </a:r>
            <a:r>
              <a:rPr lang="en-US" sz="3600" dirty="0">
                <a:solidFill>
                  <a:srgbClr val="00AFEF"/>
                </a:solidFill>
              </a:rPr>
              <a:t> </a:t>
            </a:r>
            <a:r>
              <a:rPr lang="en-US" sz="3600" dirty="0" err="1">
                <a:solidFill>
                  <a:srgbClr val="00AFEF"/>
                </a:solidFill>
              </a:rPr>
              <a:t>về</a:t>
            </a:r>
            <a:r>
              <a:rPr lang="en-US" sz="3600" dirty="0">
                <a:solidFill>
                  <a:srgbClr val="00AFEF"/>
                </a:solidFill>
              </a:rPr>
              <a:t> </a:t>
            </a:r>
            <a:r>
              <a:rPr lang="en-US" sz="3600" dirty="0" err="1">
                <a:solidFill>
                  <a:srgbClr val="00AFEF"/>
                </a:solidFill>
              </a:rPr>
              <a:t>bảo</a:t>
            </a:r>
            <a:r>
              <a:rPr lang="en-US" sz="3600" dirty="0">
                <a:solidFill>
                  <a:srgbClr val="00AFEF"/>
                </a:solidFill>
              </a:rPr>
              <a:t> </a:t>
            </a:r>
            <a:r>
              <a:rPr lang="en-US" sz="3600" dirty="0" err="1">
                <a:solidFill>
                  <a:srgbClr val="00AFEF"/>
                </a:solidFill>
              </a:rPr>
              <a:t>mật</a:t>
            </a:r>
            <a:endParaRPr lang="en-US" sz="3600" dirty="0">
              <a:solidFill>
                <a:srgbClr val="00AFEF"/>
              </a:solidFill>
            </a:endParaRPr>
          </a:p>
          <a:p>
            <a:endParaRPr lang="en-US" sz="3600" dirty="0"/>
          </a:p>
        </p:txBody>
      </p:sp>
    </p:spTree>
    <p:extLst>
      <p:ext uri="{BB962C8B-B14F-4D97-AF65-F5344CB8AC3E}">
        <p14:creationId xmlns:p14="http://schemas.microsoft.com/office/powerpoint/2010/main" val="2706205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FDEEE-4BCA-BC43-C79C-DFD93594219E}"/>
            </a:ext>
          </a:extLst>
        </p:cNvPr>
        <p:cNvGrpSpPr/>
        <p:nvPr/>
      </p:nvGrpSpPr>
      <p:grpSpPr>
        <a:xfrm>
          <a:off x="0" y="0"/>
          <a:ext cx="0" cy="0"/>
          <a:chOff x="0" y="0"/>
          <a:chExt cx="0" cy="0"/>
        </a:xfrm>
      </p:grpSpPr>
      <p:pic>
        <p:nvPicPr>
          <p:cNvPr id="2056" name="Picture 8" descr="Meet Gemini, Google's conversational AI chatbot - UW–⁠Madison Information  Technology">
            <a:extLst>
              <a:ext uri="{FF2B5EF4-FFF2-40B4-BE49-F238E27FC236}">
                <a16:creationId xmlns:a16="http://schemas.microsoft.com/office/drawing/2014/main" id="{F02715A1-13F6-D706-B08E-B9C84027C5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330" t="13099" r="19987" b="24252"/>
          <a:stretch>
            <a:fillRect/>
          </a:stretch>
        </p:blipFill>
        <p:spPr bwMode="auto">
          <a:xfrm>
            <a:off x="6763256" y="2415779"/>
            <a:ext cx="3674731" cy="165576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A3A82EC-6551-149F-9098-FB72EB6F5365}"/>
              </a:ext>
            </a:extLst>
          </p:cNvPr>
          <p:cNvSpPr>
            <a:spLocks noGrp="1"/>
          </p:cNvSpPr>
          <p:nvPr>
            <p:ph type="ctrTitle"/>
          </p:nvPr>
        </p:nvSpPr>
        <p:spPr>
          <a:xfrm>
            <a:off x="1583103" y="1754139"/>
            <a:ext cx="10029565" cy="1655762"/>
          </a:xfrm>
        </p:spPr>
        <p:txBody>
          <a:bodyPr/>
          <a:lstStyle/>
          <a:p>
            <a:r>
              <a:rPr lang="en-US" dirty="0"/>
              <a:t>1. </a:t>
            </a:r>
            <a:r>
              <a:rPr lang="en-US" dirty="0" err="1"/>
              <a:t>Tổng</a:t>
            </a:r>
            <a:r>
              <a:rPr lang="en-US" dirty="0"/>
              <a:t> </a:t>
            </a:r>
            <a:r>
              <a:rPr lang="en-US" dirty="0" err="1"/>
              <a:t>quan</a:t>
            </a:r>
            <a:r>
              <a:rPr lang="en-US" dirty="0"/>
              <a:t> </a:t>
            </a:r>
          </a:p>
        </p:txBody>
      </p:sp>
      <p:sp>
        <p:nvSpPr>
          <p:cNvPr id="4" name="AutoShape 2" descr="What is ChatGPT? What parents need to know | Internet Matters">
            <a:extLst>
              <a:ext uri="{FF2B5EF4-FFF2-40B4-BE49-F238E27FC236}">
                <a16:creationId xmlns:a16="http://schemas.microsoft.com/office/drawing/2014/main" id="{E56DFD0C-7692-13F2-E6E3-163F04AD14CF}"/>
              </a:ext>
            </a:extLst>
          </p:cNvPr>
          <p:cNvSpPr>
            <a:spLocks noChangeAspect="1" noChangeArrowheads="1"/>
          </p:cNvSpPr>
          <p:nvPr/>
        </p:nvSpPr>
        <p:spPr bwMode="auto">
          <a:xfrm>
            <a:off x="5943599" y="-494489"/>
            <a:ext cx="4075889" cy="40758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5D5C52D-CA93-87E3-6FD4-4A74231E5C50}"/>
              </a:ext>
            </a:extLst>
          </p:cNvPr>
          <p:cNvPicPr>
            <a:picLocks noChangeAspect="1"/>
          </p:cNvPicPr>
          <p:nvPr/>
        </p:nvPicPr>
        <p:blipFill>
          <a:blip r:embed="rId3"/>
          <a:srcRect l="5482" t="17558" r="6108" b="18742"/>
          <a:stretch>
            <a:fillRect/>
          </a:stretch>
        </p:blipFill>
        <p:spPr>
          <a:xfrm>
            <a:off x="6797611" y="792957"/>
            <a:ext cx="4368595" cy="1655762"/>
          </a:xfrm>
          <a:prstGeom prst="rect">
            <a:avLst/>
          </a:prstGeom>
        </p:spPr>
      </p:pic>
      <p:pic>
        <p:nvPicPr>
          <p:cNvPr id="9" name="Picture 8">
            <a:extLst>
              <a:ext uri="{FF2B5EF4-FFF2-40B4-BE49-F238E27FC236}">
                <a16:creationId xmlns:a16="http://schemas.microsoft.com/office/drawing/2014/main" id="{90FBC45C-F50E-AE1A-8708-1F96B924C571}"/>
              </a:ext>
            </a:extLst>
          </p:cNvPr>
          <p:cNvPicPr>
            <a:picLocks noChangeAspect="1"/>
          </p:cNvPicPr>
          <p:nvPr/>
        </p:nvPicPr>
        <p:blipFill>
          <a:blip r:embed="rId4"/>
          <a:srcRect l="8048" t="16576" r="4232" b="15620"/>
          <a:stretch>
            <a:fillRect/>
          </a:stretch>
        </p:blipFill>
        <p:spPr>
          <a:xfrm>
            <a:off x="6914343" y="4371083"/>
            <a:ext cx="3703607" cy="1498168"/>
          </a:xfrm>
          <a:prstGeom prst="rect">
            <a:avLst/>
          </a:prstGeom>
        </p:spPr>
      </p:pic>
    </p:spTree>
    <p:extLst>
      <p:ext uri="{BB962C8B-B14F-4D97-AF65-F5344CB8AC3E}">
        <p14:creationId xmlns:p14="http://schemas.microsoft.com/office/powerpoint/2010/main" val="4237210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039572-A6D3-1772-CFAB-F2A1B1B224E9}"/>
              </a:ext>
            </a:extLst>
          </p:cNvPr>
          <p:cNvSpPr>
            <a:spLocks noGrp="1"/>
          </p:cNvSpPr>
          <p:nvPr>
            <p:ph type="title"/>
          </p:nvPr>
        </p:nvSpPr>
        <p:spPr/>
        <p:txBody>
          <a:bodyPr/>
          <a:lstStyle/>
          <a:p>
            <a:r>
              <a:rPr lang="en-US" dirty="0"/>
              <a:t>ChatGPT (OpenAI): Người thiết lập "Hệ quy chiếu" cho ngành</a:t>
            </a:r>
          </a:p>
        </p:txBody>
      </p:sp>
      <p:sp>
        <p:nvSpPr>
          <p:cNvPr id="7" name="Content Placeholder 6">
            <a:extLst>
              <a:ext uri="{FF2B5EF4-FFF2-40B4-BE49-F238E27FC236}">
                <a16:creationId xmlns:a16="http://schemas.microsoft.com/office/drawing/2014/main" id="{2F83A620-F9ED-F033-894B-34E4DA407E84}"/>
              </a:ext>
            </a:extLst>
          </p:cNvPr>
          <p:cNvSpPr>
            <a:spLocks noGrp="1"/>
          </p:cNvSpPr>
          <p:nvPr>
            <p:ph idx="1"/>
          </p:nvPr>
        </p:nvSpPr>
        <p:spPr/>
        <p:txBody>
          <a:bodyPr>
            <a:normAutofit/>
          </a:bodyPr>
          <a:lstStyle/>
          <a:p>
            <a:pPr marL="342900" indent="-342900">
              <a:buFontTx/>
              <a:buChar char="-"/>
            </a:pPr>
            <a:r>
              <a:rPr lang="vi-VN" dirty="0"/>
              <a:t>Sự ra mắt ChatGPT ngày 30/11/2022 được xem như “thời điểm iPhone” của AI, đánh dấu bước chuyển từ nghiên cứu sang ứng dụng rộng rãi. </a:t>
            </a:r>
            <a:endParaRPr lang="en-US" dirty="0"/>
          </a:p>
          <a:p>
            <a:pPr marL="342900" indent="-342900">
              <a:buFontTx/>
              <a:buChar char="-"/>
            </a:pPr>
            <a:r>
              <a:rPr lang="vi-VN" dirty="0"/>
              <a:t>Nhờ hạ tầng đám mây mạnh mẽ từ hợp tác với Microsoft, OpenAI nhanh chóng nắm vị thế dẫn đầu trong giai đoạn đầu của kỷ nguyên AI tạo sinh.</a:t>
            </a:r>
            <a:endParaRPr lang="en-US" dirty="0"/>
          </a:p>
          <a:p>
            <a:pPr marL="342900" indent="-342900">
              <a:buFontTx/>
              <a:buChar char="-"/>
            </a:pPr>
            <a:r>
              <a:rPr lang="en-US" dirty="0"/>
              <a:t>ChatGPT </a:t>
            </a:r>
            <a:r>
              <a:rPr lang="en-US" dirty="0" err="1"/>
              <a:t>hiện</a:t>
            </a:r>
            <a:r>
              <a:rPr lang="en-US" dirty="0"/>
              <a:t> </a:t>
            </a:r>
            <a:r>
              <a:rPr lang="en-US" dirty="0" err="1"/>
              <a:t>được</a:t>
            </a:r>
            <a:r>
              <a:rPr lang="en-US" dirty="0"/>
              <a:t> </a:t>
            </a:r>
            <a:r>
              <a:rPr lang="en-US" dirty="0" err="1"/>
              <a:t>xem</a:t>
            </a:r>
            <a:r>
              <a:rPr lang="en-US" dirty="0"/>
              <a:t> </a:t>
            </a:r>
            <a:r>
              <a:rPr lang="en-US" dirty="0" err="1"/>
              <a:t>là</a:t>
            </a:r>
            <a:r>
              <a:rPr lang="en-US" dirty="0"/>
              <a:t> "</a:t>
            </a:r>
            <a:r>
              <a:rPr lang="en-US" dirty="0" err="1"/>
              <a:t>tiêu</a:t>
            </a:r>
            <a:r>
              <a:rPr lang="en-US" dirty="0"/>
              <a:t> </a:t>
            </a:r>
            <a:r>
              <a:rPr lang="en-US" dirty="0" err="1"/>
              <a:t>chuẩn</a:t>
            </a:r>
            <a:r>
              <a:rPr lang="en-US" dirty="0"/>
              <a:t> </a:t>
            </a:r>
            <a:r>
              <a:rPr lang="en-US" dirty="0" err="1"/>
              <a:t>vàng</a:t>
            </a:r>
            <a:r>
              <a:rPr lang="en-US" dirty="0"/>
              <a:t>" (Gold Standard) </a:t>
            </a:r>
            <a:r>
              <a:rPr lang="en-US" dirty="0" err="1"/>
              <a:t>trong</a:t>
            </a:r>
            <a:r>
              <a:rPr lang="en-US" dirty="0"/>
              <a:t> </a:t>
            </a:r>
            <a:r>
              <a:rPr lang="en-US" dirty="0" err="1"/>
              <a:t>ngành</a:t>
            </a:r>
            <a:r>
              <a:rPr lang="en-US" dirty="0"/>
              <a:t>. </a:t>
            </a:r>
          </a:p>
          <a:p>
            <a:pPr marL="342900" indent="-342900">
              <a:buFontTx/>
              <a:buChar char="-"/>
            </a:pPr>
            <a:r>
              <a:rPr lang="en-US" dirty="0"/>
              <a:t>Định </a:t>
            </a:r>
            <a:r>
              <a:rPr lang="en-US" dirty="0" err="1"/>
              <a:t>hướng</a:t>
            </a:r>
            <a:r>
              <a:rPr lang="en-US" dirty="0"/>
              <a:t> </a:t>
            </a:r>
            <a:r>
              <a:rPr lang="en-US" dirty="0" err="1"/>
              <a:t>của</a:t>
            </a:r>
            <a:r>
              <a:rPr lang="en-US" dirty="0"/>
              <a:t> OpenAI </a:t>
            </a:r>
            <a:r>
              <a:rPr lang="en-US" dirty="0" err="1"/>
              <a:t>là</a:t>
            </a:r>
            <a:r>
              <a:rPr lang="en-US" dirty="0"/>
              <a:t> </a:t>
            </a:r>
            <a:r>
              <a:rPr lang="en-US" dirty="0" err="1"/>
              <a:t>xây</a:t>
            </a:r>
            <a:r>
              <a:rPr lang="en-US" dirty="0"/>
              <a:t> </a:t>
            </a:r>
            <a:r>
              <a:rPr lang="en-US" dirty="0" err="1"/>
              <a:t>dựng</a:t>
            </a:r>
            <a:r>
              <a:rPr lang="en-US" dirty="0"/>
              <a:t> </a:t>
            </a:r>
            <a:r>
              <a:rPr lang="en-US" dirty="0" err="1"/>
              <a:t>một</a:t>
            </a:r>
            <a:r>
              <a:rPr lang="en-US" dirty="0"/>
              <a:t> </a:t>
            </a:r>
            <a:r>
              <a:rPr lang="en-US" dirty="0" err="1"/>
              <a:t>siêu</a:t>
            </a:r>
            <a:r>
              <a:rPr lang="en-US" dirty="0"/>
              <a:t> </a:t>
            </a:r>
            <a:r>
              <a:rPr lang="en-US" dirty="0" err="1"/>
              <a:t>trí</a:t>
            </a:r>
            <a:r>
              <a:rPr lang="en-US" dirty="0"/>
              <a:t> </a:t>
            </a:r>
            <a:r>
              <a:rPr lang="en-US" dirty="0" err="1"/>
              <a:t>tuệ</a:t>
            </a:r>
            <a:r>
              <a:rPr lang="en-US" dirty="0"/>
              <a:t> </a:t>
            </a:r>
            <a:r>
              <a:rPr lang="en-US" dirty="0" err="1"/>
              <a:t>tổng</a:t>
            </a:r>
            <a:r>
              <a:rPr lang="en-US" dirty="0"/>
              <a:t> </a:t>
            </a:r>
            <a:r>
              <a:rPr lang="en-US" dirty="0" err="1"/>
              <a:t>quát</a:t>
            </a:r>
            <a:r>
              <a:rPr lang="en-US" dirty="0"/>
              <a:t> (AGI) </a:t>
            </a:r>
            <a:r>
              <a:rPr lang="en-US" dirty="0" err="1"/>
              <a:t>có</a:t>
            </a:r>
            <a:r>
              <a:rPr lang="en-US" dirty="0"/>
              <a:t> </a:t>
            </a:r>
            <a:r>
              <a:rPr lang="en-US" dirty="0" err="1"/>
              <a:t>khả</a:t>
            </a:r>
            <a:r>
              <a:rPr lang="en-US" dirty="0"/>
              <a:t> </a:t>
            </a:r>
            <a:r>
              <a:rPr lang="en-US" dirty="0" err="1"/>
              <a:t>năng</a:t>
            </a:r>
            <a:r>
              <a:rPr lang="en-US" dirty="0"/>
              <a:t> </a:t>
            </a:r>
            <a:r>
              <a:rPr lang="en-US" dirty="0" err="1"/>
              <a:t>hỗ</a:t>
            </a:r>
            <a:r>
              <a:rPr lang="en-US" dirty="0"/>
              <a:t> </a:t>
            </a:r>
            <a:r>
              <a:rPr lang="en-US" dirty="0" err="1"/>
              <a:t>trợ</a:t>
            </a:r>
            <a:r>
              <a:rPr lang="en-US" dirty="0"/>
              <a:t> con </a:t>
            </a:r>
            <a:r>
              <a:rPr lang="en-US" dirty="0" err="1"/>
              <a:t>người</a:t>
            </a:r>
            <a:r>
              <a:rPr lang="en-US" dirty="0"/>
              <a:t> </a:t>
            </a:r>
            <a:r>
              <a:rPr lang="en-US" dirty="0" err="1"/>
              <a:t>trong</a:t>
            </a:r>
            <a:r>
              <a:rPr lang="en-US" dirty="0"/>
              <a:t> </a:t>
            </a:r>
            <a:r>
              <a:rPr lang="en-US" dirty="0" err="1"/>
              <a:t>mọi</a:t>
            </a:r>
            <a:r>
              <a:rPr lang="en-US" dirty="0"/>
              <a:t> </a:t>
            </a:r>
            <a:r>
              <a:rPr lang="en-US" dirty="0" err="1"/>
              <a:t>tác</a:t>
            </a:r>
            <a:r>
              <a:rPr lang="en-US" dirty="0"/>
              <a:t> </a:t>
            </a:r>
            <a:r>
              <a:rPr lang="en-US" dirty="0" err="1"/>
              <a:t>vụ</a:t>
            </a:r>
            <a:r>
              <a:rPr lang="en-US" dirty="0"/>
              <a:t> </a:t>
            </a:r>
            <a:r>
              <a:rPr lang="en-US" dirty="0" err="1"/>
              <a:t>nhận</a:t>
            </a:r>
            <a:r>
              <a:rPr lang="en-US" dirty="0"/>
              <a:t> </a:t>
            </a:r>
            <a:r>
              <a:rPr lang="en-US" dirty="0" err="1"/>
              <a:t>thức</a:t>
            </a:r>
            <a:r>
              <a:rPr lang="en-US" dirty="0"/>
              <a:t>.</a:t>
            </a:r>
          </a:p>
        </p:txBody>
      </p:sp>
    </p:spTree>
    <p:extLst>
      <p:ext uri="{BB962C8B-B14F-4D97-AF65-F5344CB8AC3E}">
        <p14:creationId xmlns:p14="http://schemas.microsoft.com/office/powerpoint/2010/main" val="3119867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40D8D-834C-2F93-8025-3A0C7F5A7A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3828411-2284-A17B-CB8E-B912E4DB5762}"/>
              </a:ext>
            </a:extLst>
          </p:cNvPr>
          <p:cNvSpPr>
            <a:spLocks noGrp="1"/>
          </p:cNvSpPr>
          <p:nvPr>
            <p:ph type="title"/>
          </p:nvPr>
        </p:nvSpPr>
        <p:spPr/>
        <p:txBody>
          <a:bodyPr/>
          <a:lstStyle/>
          <a:p>
            <a:r>
              <a:rPr lang="en-US" dirty="0"/>
              <a:t>Gemini (Google): Chiến lược "Hệ sinh thái" và Kiến trúc Đa phương thức</a:t>
            </a:r>
          </a:p>
        </p:txBody>
      </p:sp>
      <p:sp>
        <p:nvSpPr>
          <p:cNvPr id="7" name="Content Placeholder 6">
            <a:extLst>
              <a:ext uri="{FF2B5EF4-FFF2-40B4-BE49-F238E27FC236}">
                <a16:creationId xmlns:a16="http://schemas.microsoft.com/office/drawing/2014/main" id="{2D5D7701-1A1D-999C-1402-F4822DD4E444}"/>
              </a:ext>
            </a:extLst>
          </p:cNvPr>
          <p:cNvSpPr>
            <a:spLocks noGrp="1"/>
          </p:cNvSpPr>
          <p:nvPr>
            <p:ph idx="1"/>
          </p:nvPr>
        </p:nvSpPr>
        <p:spPr/>
        <p:txBody>
          <a:bodyPr>
            <a:normAutofit/>
          </a:bodyPr>
          <a:lstStyle/>
          <a:p>
            <a:pPr marL="342900" indent="-342900">
              <a:buFontTx/>
              <a:buChar char="-"/>
            </a:pPr>
            <a:r>
              <a:rPr lang="vi-VN" dirty="0"/>
              <a:t>Gemini, </a:t>
            </a:r>
            <a:r>
              <a:rPr lang="en-US" dirty="0" err="1"/>
              <a:t>tiền</a:t>
            </a:r>
            <a:r>
              <a:rPr lang="en-US" dirty="0"/>
              <a:t> </a:t>
            </a:r>
            <a:r>
              <a:rPr lang="en-US" dirty="0" err="1"/>
              <a:t>thân</a:t>
            </a:r>
            <a:r>
              <a:rPr lang="en-US" dirty="0"/>
              <a:t> </a:t>
            </a:r>
            <a:r>
              <a:rPr lang="en-US" dirty="0" err="1"/>
              <a:t>là</a:t>
            </a:r>
            <a:r>
              <a:rPr lang="vi-VN" dirty="0"/>
              <a:t> Google Bard, phản ánh chiến lược AI được tái cấu trúc của Google. </a:t>
            </a:r>
            <a:endParaRPr lang="en-US" dirty="0"/>
          </a:p>
          <a:p>
            <a:pPr marL="342900" indent="-342900">
              <a:buFontTx/>
              <a:buChar char="-"/>
            </a:pPr>
            <a:r>
              <a:rPr lang="vi-VN" dirty="0"/>
              <a:t>Google hợp nhất Google Brain và DeepMind để tập trung nguồn lực, nhằm cạnh tranh trực tiếp và giành lại thị phần từ OpenAI.</a:t>
            </a:r>
            <a:endParaRPr lang="en-US" dirty="0"/>
          </a:p>
          <a:p>
            <a:pPr marL="342900" indent="-342900">
              <a:buFontTx/>
              <a:buChar char="-"/>
            </a:pPr>
            <a:r>
              <a:rPr lang="vi-VN" dirty="0"/>
              <a:t>Điểm nổi bật của Gemini là kiến trúc</a:t>
            </a:r>
            <a:r>
              <a:rPr lang="en-US" dirty="0"/>
              <a:t> "Native Multimodal" (</a:t>
            </a:r>
            <a:r>
              <a:rPr lang="en-US" dirty="0" err="1"/>
              <a:t>Đa</a:t>
            </a:r>
            <a:r>
              <a:rPr lang="en-US" dirty="0"/>
              <a:t> </a:t>
            </a:r>
            <a:r>
              <a:rPr lang="en-US" dirty="0" err="1"/>
              <a:t>phương</a:t>
            </a:r>
            <a:r>
              <a:rPr lang="en-US" dirty="0"/>
              <a:t> </a:t>
            </a:r>
            <a:r>
              <a:rPr lang="en-US" dirty="0" err="1"/>
              <a:t>thức</a:t>
            </a:r>
            <a:r>
              <a:rPr lang="en-US" dirty="0"/>
              <a:t> </a:t>
            </a:r>
            <a:r>
              <a:rPr lang="en-US" dirty="0" err="1"/>
              <a:t>nguyên</a:t>
            </a:r>
            <a:r>
              <a:rPr lang="en-US" dirty="0"/>
              <a:t> </a:t>
            </a:r>
            <a:r>
              <a:rPr lang="en-US" dirty="0" err="1"/>
              <a:t>bản</a:t>
            </a:r>
            <a:r>
              <a:rPr lang="en-US" dirty="0"/>
              <a:t>)</a:t>
            </a:r>
            <a:r>
              <a:rPr lang="vi-VN" dirty="0"/>
              <a:t>, được huấn luyện đồng thời trên nhiều loại dữ liệu thay vì ghép các mô hình rời rạc. </a:t>
            </a:r>
            <a:endParaRPr lang="en-US" dirty="0"/>
          </a:p>
          <a:p>
            <a:pPr marL="342900" indent="-342900">
              <a:buFontTx/>
              <a:buChar char="-"/>
            </a:pPr>
            <a:r>
              <a:rPr lang="vi-VN" dirty="0"/>
              <a:t>Nhờ tích hợp sâu vào hệ sinh thái Google Workspace, Gemini trở thành một trợ lý văn phòng mạnh mẽ </a:t>
            </a:r>
            <a:r>
              <a:rPr lang="en-US" dirty="0" err="1"/>
              <a:t>ngoài</a:t>
            </a:r>
            <a:r>
              <a:rPr lang="en-US" dirty="0"/>
              <a:t> </a:t>
            </a:r>
            <a:r>
              <a:rPr lang="en-US" dirty="0" err="1"/>
              <a:t>là</a:t>
            </a:r>
            <a:r>
              <a:rPr lang="vi-VN" dirty="0"/>
              <a:t> công cụ trò chuyện.</a:t>
            </a:r>
            <a:endParaRPr lang="en-US" dirty="0"/>
          </a:p>
        </p:txBody>
      </p:sp>
    </p:spTree>
    <p:extLst>
      <p:ext uri="{BB962C8B-B14F-4D97-AF65-F5344CB8AC3E}">
        <p14:creationId xmlns:p14="http://schemas.microsoft.com/office/powerpoint/2010/main" val="4246340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8DFAD-D886-72AD-BF08-8BEDA5D5EC6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BC54B0A-9E3E-07AE-D9FF-50F4D28725B0}"/>
              </a:ext>
            </a:extLst>
          </p:cNvPr>
          <p:cNvSpPr>
            <a:spLocks noGrp="1"/>
          </p:cNvSpPr>
          <p:nvPr>
            <p:ph type="title"/>
          </p:nvPr>
        </p:nvSpPr>
        <p:spPr/>
        <p:txBody>
          <a:bodyPr/>
          <a:lstStyle/>
          <a:p>
            <a:r>
              <a:rPr lang="en-US" dirty="0"/>
              <a:t>Grok (xAI): Sự "Nổi loạn" và Dòng chảy dữ liệu thời gian thực</a:t>
            </a:r>
          </a:p>
        </p:txBody>
      </p:sp>
      <p:sp>
        <p:nvSpPr>
          <p:cNvPr id="7" name="Content Placeholder 6">
            <a:extLst>
              <a:ext uri="{FF2B5EF4-FFF2-40B4-BE49-F238E27FC236}">
                <a16:creationId xmlns:a16="http://schemas.microsoft.com/office/drawing/2014/main" id="{1F7DC5A7-DE0F-8E4E-36C3-ADFBA9563B50}"/>
              </a:ext>
            </a:extLst>
          </p:cNvPr>
          <p:cNvSpPr>
            <a:spLocks noGrp="1"/>
          </p:cNvSpPr>
          <p:nvPr>
            <p:ph idx="1"/>
          </p:nvPr>
        </p:nvSpPr>
        <p:spPr/>
        <p:txBody>
          <a:bodyPr>
            <a:normAutofit fontScale="92500"/>
          </a:bodyPr>
          <a:lstStyle/>
          <a:p>
            <a:pPr marL="342900" indent="-342900">
              <a:buFontTx/>
              <a:buChar char="-"/>
            </a:pPr>
            <a:r>
              <a:rPr lang="en-US" dirty="0"/>
              <a:t>L</a:t>
            </a:r>
            <a:r>
              <a:rPr lang="vi-VN" dirty="0"/>
              <a:t>à sản phẩm của</a:t>
            </a:r>
            <a:r>
              <a:rPr lang="en-US" dirty="0"/>
              <a:t> </a:t>
            </a:r>
            <a:r>
              <a:rPr lang="en-US" dirty="0" err="1"/>
              <a:t>công</a:t>
            </a:r>
            <a:r>
              <a:rPr lang="en-US" dirty="0"/>
              <a:t> ty</a:t>
            </a:r>
            <a:r>
              <a:rPr lang="vi-VN" dirty="0"/>
              <a:t> xAI do Elon Musk </a:t>
            </a:r>
            <a:r>
              <a:rPr lang="en-US" dirty="0" err="1"/>
              <a:t>sáng</a:t>
            </a:r>
            <a:r>
              <a:rPr lang="vi-VN" dirty="0"/>
              <a:t> lập, </a:t>
            </a:r>
            <a:r>
              <a:rPr lang="en-US" dirty="0" err="1"/>
              <a:t>gia</a:t>
            </a:r>
            <a:r>
              <a:rPr lang="en-US" dirty="0"/>
              <a:t> </a:t>
            </a:r>
            <a:r>
              <a:rPr lang="en-US" dirty="0" err="1"/>
              <a:t>nhập</a:t>
            </a:r>
            <a:r>
              <a:rPr lang="vi-VN" dirty="0"/>
              <a:t> muộn hơn trong cuộc đua AI</a:t>
            </a:r>
            <a:r>
              <a:rPr lang="en-US" dirty="0"/>
              <a:t> </a:t>
            </a:r>
            <a:r>
              <a:rPr lang="en-US" dirty="0" err="1"/>
              <a:t>nhưng</a:t>
            </a:r>
            <a:r>
              <a:rPr lang="vi-VN" dirty="0"/>
              <a:t> nhờ đó có thể nhìn </a:t>
            </a:r>
            <a:r>
              <a:rPr lang="en-US" dirty="0" err="1"/>
              <a:t>thấy</a:t>
            </a:r>
            <a:r>
              <a:rPr lang="en-US" dirty="0"/>
              <a:t> </a:t>
            </a:r>
            <a:r>
              <a:rPr lang="vi-VN" dirty="0"/>
              <a:t>điểm yếu các đối thủ</a:t>
            </a:r>
            <a:r>
              <a:rPr lang="en-US" dirty="0"/>
              <a:t> (</a:t>
            </a:r>
            <a:r>
              <a:rPr lang="vi-VN" dirty="0"/>
              <a:t>kiểm duyệt quá cao</a:t>
            </a:r>
            <a:r>
              <a:rPr lang="en-US" dirty="0"/>
              <a:t>)</a:t>
            </a:r>
            <a:r>
              <a:rPr lang="vi-VN" dirty="0"/>
              <a:t> để xây dựng hướng </a:t>
            </a:r>
            <a:r>
              <a:rPr lang="en-US" dirty="0" err="1"/>
              <a:t>đi</a:t>
            </a:r>
            <a:r>
              <a:rPr lang="vi-VN" dirty="0"/>
              <a:t> khác biệt.</a:t>
            </a:r>
            <a:endParaRPr lang="en-US" dirty="0"/>
          </a:p>
          <a:p>
            <a:pPr marL="342900" indent="-342900">
              <a:buFontTx/>
              <a:buChar char="-"/>
            </a:pPr>
            <a:r>
              <a:rPr lang="vi-VN" dirty="0"/>
              <a:t>Lợi thế chiến lược quan trọng nhất của Grok </a:t>
            </a:r>
            <a:r>
              <a:rPr lang="en-US" dirty="0" err="1"/>
              <a:t>là</a:t>
            </a:r>
            <a:r>
              <a:rPr lang="vi-VN" dirty="0"/>
              <a:t> tích hợp trực tiếp vào nền tảng mạng xã hội X (Twitter), giúp mở rộng khả năng sử dụng và tiếp cận người dùn</a:t>
            </a:r>
            <a:r>
              <a:rPr lang="en-US" dirty="0"/>
              <a:t>g</a:t>
            </a:r>
            <a:r>
              <a:rPr lang="vi-VN" dirty="0"/>
              <a:t>.</a:t>
            </a:r>
            <a:endParaRPr lang="en-US" dirty="0"/>
          </a:p>
          <a:p>
            <a:pPr marL="342900" indent="-342900">
              <a:buFontTx/>
              <a:buChar char="-"/>
            </a:pPr>
            <a:r>
              <a:rPr lang="vi-VN" dirty="0"/>
              <a:t>Grok tự định vị là một AI “tìm kiếm sự thật tối đa”, ít bị ràng buộc bởi bộ lọc an toàn hay tính đúng đắn chính trị như ChatGPT hoặc Gemini. </a:t>
            </a:r>
            <a:endParaRPr lang="en-US" dirty="0"/>
          </a:p>
          <a:p>
            <a:pPr marL="342900" indent="-342900">
              <a:buFontTx/>
              <a:buChar char="-"/>
            </a:pPr>
            <a:r>
              <a:rPr lang="vi-VN" dirty="0"/>
              <a:t>Nhờ truy cập dữ liệu thời gian thực từ dòng tin trên X, Grok có lợi thế lớn trong việc nắm bắt xu hướng và các sự kiện nóng mà những mô hình dựa trên bộ dữ liệu tĩnh khó theo kịp.</a:t>
            </a:r>
          </a:p>
        </p:txBody>
      </p:sp>
    </p:spTree>
    <p:extLst>
      <p:ext uri="{BB962C8B-B14F-4D97-AF65-F5344CB8AC3E}">
        <p14:creationId xmlns:p14="http://schemas.microsoft.com/office/powerpoint/2010/main" val="2254839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AD68-2C0F-3725-5A65-BB5486F59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40204-E723-A89E-3EE9-4B8F7011C31A}"/>
              </a:ext>
            </a:extLst>
          </p:cNvPr>
          <p:cNvSpPr>
            <a:spLocks noGrp="1"/>
          </p:cNvSpPr>
          <p:nvPr>
            <p:ph type="ctrTitle"/>
          </p:nvPr>
        </p:nvSpPr>
        <p:spPr>
          <a:xfrm>
            <a:off x="1472750" y="2327715"/>
            <a:ext cx="10029565" cy="1655762"/>
          </a:xfrm>
        </p:spPr>
        <p:txBody>
          <a:bodyPr/>
          <a:lstStyle/>
          <a:p>
            <a:r>
              <a:rPr lang="en-US" dirty="0"/>
              <a:t>2. </a:t>
            </a:r>
            <a:r>
              <a:rPr lang="en-US" dirty="0" err="1"/>
              <a:t>Lịch</a:t>
            </a:r>
            <a:r>
              <a:rPr lang="en-US" dirty="0"/>
              <a:t> </a:t>
            </a:r>
            <a:r>
              <a:rPr lang="en-US" dirty="0" err="1"/>
              <a:t>sử</a:t>
            </a:r>
            <a:r>
              <a:rPr lang="en-US" dirty="0"/>
              <a:t> </a:t>
            </a:r>
            <a:br>
              <a:rPr lang="en-US" dirty="0"/>
            </a:br>
            <a:r>
              <a:rPr lang="en-US" dirty="0" err="1"/>
              <a:t>các</a:t>
            </a:r>
            <a:r>
              <a:rPr lang="en-US" dirty="0"/>
              <a:t> </a:t>
            </a:r>
            <a:r>
              <a:rPr lang="en-US" dirty="0" err="1"/>
              <a:t>phiên</a:t>
            </a:r>
            <a:r>
              <a:rPr lang="en-US" dirty="0"/>
              <a:t> </a:t>
            </a:r>
            <a:r>
              <a:rPr lang="en-US" dirty="0" err="1"/>
              <a:t>bản</a:t>
            </a:r>
            <a:r>
              <a:rPr lang="en-US" dirty="0"/>
              <a:t> </a:t>
            </a:r>
          </a:p>
        </p:txBody>
      </p:sp>
      <p:pic>
        <p:nvPicPr>
          <p:cNvPr id="4100" name="Picture 4" descr="AI Chatbot vs Knowledge Base — Support Hero">
            <a:extLst>
              <a:ext uri="{FF2B5EF4-FFF2-40B4-BE49-F238E27FC236}">
                <a16:creationId xmlns:a16="http://schemas.microsoft.com/office/drawing/2014/main" id="{574E2189-BB1D-D58B-D3C7-80573769B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6596" y="1843377"/>
            <a:ext cx="5155657" cy="343763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057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DFC8-16EB-CDE4-F2E9-D7720E2D996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25A98E-0ADD-0119-1434-08228E1E2437}"/>
              </a:ext>
            </a:extLst>
          </p:cNvPr>
          <p:cNvSpPr>
            <a:spLocks noGrp="1"/>
          </p:cNvSpPr>
          <p:nvPr>
            <p:ph type="title"/>
          </p:nvPr>
        </p:nvSpPr>
        <p:spPr/>
        <p:txBody>
          <a:bodyPr/>
          <a:lstStyle/>
          <a:p>
            <a:r>
              <a:rPr lang="en-US" dirty="0"/>
              <a:t>Chat GPT</a:t>
            </a:r>
          </a:p>
        </p:txBody>
      </p:sp>
      <p:sp>
        <p:nvSpPr>
          <p:cNvPr id="7" name="Content Placeholder 6">
            <a:extLst>
              <a:ext uri="{FF2B5EF4-FFF2-40B4-BE49-F238E27FC236}">
                <a16:creationId xmlns:a16="http://schemas.microsoft.com/office/drawing/2014/main" id="{C71AFF8E-FD90-B7C8-758A-B8AA1A1BDF6F}"/>
              </a:ext>
            </a:extLst>
          </p:cNvPr>
          <p:cNvSpPr>
            <a:spLocks noGrp="1"/>
          </p:cNvSpPr>
          <p:nvPr>
            <p:ph idx="1"/>
          </p:nvPr>
        </p:nvSpPr>
        <p:spPr/>
        <p:txBody>
          <a:bodyPr>
            <a:normAutofit/>
          </a:bodyPr>
          <a:lstStyle/>
          <a:p>
            <a:pPr marL="342900" indent="-342900">
              <a:buFont typeface="Arial" panose="020B0604020202020204" pitchFamily="34" charset="0"/>
              <a:buChar char="•"/>
            </a:pPr>
            <a:r>
              <a:rPr lang="en-US" b="1" dirty="0"/>
              <a:t>GPT-3.5 </a:t>
            </a:r>
            <a:r>
              <a:rPr lang="en-US" dirty="0"/>
              <a:t>(11/2022): </a:t>
            </a:r>
            <a:r>
              <a:rPr lang="en-US" dirty="0" err="1"/>
              <a:t>mô</a:t>
            </a:r>
            <a:r>
              <a:rPr lang="en-US" dirty="0"/>
              <a:t> </a:t>
            </a:r>
            <a:r>
              <a:rPr lang="en-US" dirty="0" err="1"/>
              <a:t>hình</a:t>
            </a:r>
            <a:r>
              <a:rPr lang="en-US" dirty="0"/>
              <a:t> </a:t>
            </a:r>
            <a:r>
              <a:rPr lang="en-US" dirty="0" err="1"/>
              <a:t>khởi</a:t>
            </a:r>
            <a:r>
              <a:rPr lang="en-US" dirty="0"/>
              <a:t> </a:t>
            </a:r>
            <a:r>
              <a:rPr lang="en-US" dirty="0" err="1"/>
              <a:t>đầu</a:t>
            </a:r>
            <a:r>
              <a:rPr lang="en-US" dirty="0"/>
              <a:t> </a:t>
            </a:r>
            <a:r>
              <a:rPr lang="en-US" dirty="0" err="1"/>
              <a:t>với</a:t>
            </a:r>
            <a:r>
              <a:rPr lang="en-US" dirty="0"/>
              <a:t> </a:t>
            </a:r>
            <a:r>
              <a:rPr lang="en-US" dirty="0" err="1"/>
              <a:t>khả</a:t>
            </a:r>
            <a:r>
              <a:rPr lang="en-US" dirty="0"/>
              <a:t> </a:t>
            </a:r>
            <a:r>
              <a:rPr lang="en-US" dirty="0" err="1"/>
              <a:t>năng</a:t>
            </a:r>
            <a:r>
              <a:rPr lang="en-US" dirty="0"/>
              <a:t> </a:t>
            </a:r>
            <a:r>
              <a:rPr lang="en-US" dirty="0" err="1"/>
              <a:t>xử</a:t>
            </a:r>
            <a:r>
              <a:rPr lang="en-US" dirty="0"/>
              <a:t> </a:t>
            </a:r>
            <a:r>
              <a:rPr lang="en-US" dirty="0" err="1"/>
              <a:t>lý</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 </a:t>
            </a:r>
            <a:r>
              <a:rPr lang="en-US" dirty="0" err="1"/>
              <a:t>ấn</a:t>
            </a:r>
            <a:r>
              <a:rPr lang="en-US" dirty="0"/>
              <a:t> </a:t>
            </a:r>
            <a:r>
              <a:rPr lang="en-US" dirty="0" err="1"/>
              <a:t>tượng</a:t>
            </a:r>
            <a:r>
              <a:rPr lang="en-US" dirty="0"/>
              <a:t> </a:t>
            </a:r>
            <a:r>
              <a:rPr lang="en-US" dirty="0" err="1"/>
              <a:t>nhưng</a:t>
            </a:r>
            <a:r>
              <a:rPr lang="en-US" dirty="0"/>
              <a:t> </a:t>
            </a:r>
            <a:r>
              <a:rPr lang="en-US" dirty="0" err="1"/>
              <a:t>còn</a:t>
            </a:r>
            <a:r>
              <a:rPr lang="en-US" dirty="0"/>
              <a:t> </a:t>
            </a:r>
            <a:r>
              <a:rPr lang="en-US" dirty="0" err="1"/>
              <a:t>hạn</a:t>
            </a:r>
            <a:r>
              <a:rPr lang="en-US" dirty="0"/>
              <a:t> </a:t>
            </a:r>
            <a:r>
              <a:rPr lang="en-US" dirty="0" err="1"/>
              <a:t>chế</a:t>
            </a:r>
            <a:r>
              <a:rPr lang="en-US" dirty="0"/>
              <a:t> </a:t>
            </a:r>
            <a:r>
              <a:rPr lang="en-US" dirty="0" err="1"/>
              <a:t>về</a:t>
            </a:r>
            <a:r>
              <a:rPr lang="en-US" dirty="0"/>
              <a:t> logic </a:t>
            </a:r>
            <a:r>
              <a:rPr lang="en-US" dirty="0" err="1"/>
              <a:t>và</a:t>
            </a:r>
            <a:r>
              <a:rPr lang="en-US" dirty="0"/>
              <a:t> </a:t>
            </a:r>
            <a:r>
              <a:rPr lang="en-US" dirty="0" err="1"/>
              <a:t>độ</a:t>
            </a:r>
            <a:r>
              <a:rPr lang="en-US" dirty="0"/>
              <a:t> </a:t>
            </a:r>
            <a:r>
              <a:rPr lang="en-US" dirty="0" err="1"/>
              <a:t>chính</a:t>
            </a:r>
            <a:r>
              <a:rPr lang="en-US" dirty="0"/>
              <a:t> </a:t>
            </a:r>
            <a:r>
              <a:rPr lang="en-US" dirty="0" err="1"/>
              <a:t>xác</a:t>
            </a:r>
            <a:r>
              <a:rPr lang="en-US" dirty="0"/>
              <a:t> (hallucination).</a:t>
            </a:r>
            <a:endParaRPr lang="en-US" b="1" i="1" dirty="0"/>
          </a:p>
          <a:p>
            <a:pPr marL="342900" indent="-342900">
              <a:buFont typeface="Arial" panose="020B0604020202020204" pitchFamily="34" charset="0"/>
              <a:buChar char="•"/>
            </a:pPr>
            <a:r>
              <a:rPr lang="en-US" b="1" dirty="0"/>
              <a:t>GPT-4 </a:t>
            </a:r>
            <a:r>
              <a:rPr lang="en-US" dirty="0"/>
              <a:t>(03/2023): </a:t>
            </a:r>
            <a:r>
              <a:rPr lang="en-US" dirty="0" err="1"/>
              <a:t>bước</a:t>
            </a:r>
            <a:r>
              <a:rPr lang="en-US" dirty="0"/>
              <a:t> </a:t>
            </a:r>
            <a:r>
              <a:rPr lang="en-US" dirty="0" err="1"/>
              <a:t>nhảy</a:t>
            </a:r>
            <a:r>
              <a:rPr lang="en-US" dirty="0"/>
              <a:t> </a:t>
            </a:r>
            <a:r>
              <a:rPr lang="en-US" dirty="0" err="1"/>
              <a:t>vọt</a:t>
            </a:r>
            <a:r>
              <a:rPr lang="en-US" dirty="0"/>
              <a:t> </a:t>
            </a:r>
            <a:r>
              <a:rPr lang="en-US" dirty="0" err="1"/>
              <a:t>về</a:t>
            </a:r>
            <a:r>
              <a:rPr lang="en-US" dirty="0"/>
              <a:t> </a:t>
            </a:r>
            <a:r>
              <a:rPr lang="en-US" dirty="0" err="1"/>
              <a:t>khả</a:t>
            </a:r>
            <a:r>
              <a:rPr lang="en-US" dirty="0"/>
              <a:t> </a:t>
            </a:r>
            <a:r>
              <a:rPr lang="en-US" dirty="0" err="1"/>
              <a:t>năng</a:t>
            </a:r>
            <a:r>
              <a:rPr lang="en-US" dirty="0"/>
              <a:t> </a:t>
            </a:r>
            <a:r>
              <a:rPr lang="en-US" dirty="0" err="1"/>
              <a:t>lập</a:t>
            </a:r>
            <a:r>
              <a:rPr lang="en-US" dirty="0"/>
              <a:t> </a:t>
            </a:r>
            <a:r>
              <a:rPr lang="en-US" dirty="0" err="1"/>
              <a:t>luận</a:t>
            </a:r>
            <a:r>
              <a:rPr lang="en-US" dirty="0"/>
              <a:t> (reasoning), </a:t>
            </a:r>
            <a:r>
              <a:rPr lang="en-US" dirty="0" err="1"/>
              <a:t>giải</a:t>
            </a:r>
            <a:r>
              <a:rPr lang="en-US" dirty="0"/>
              <a:t> </a:t>
            </a:r>
            <a:r>
              <a:rPr lang="en-US" dirty="0" err="1"/>
              <a:t>quyết</a:t>
            </a:r>
            <a:r>
              <a:rPr lang="en-US" dirty="0"/>
              <a:t> </a:t>
            </a:r>
            <a:r>
              <a:rPr lang="en-US" dirty="0" err="1"/>
              <a:t>các</a:t>
            </a:r>
            <a:r>
              <a:rPr lang="en-US" dirty="0"/>
              <a:t> </a:t>
            </a:r>
            <a:r>
              <a:rPr lang="en-US" dirty="0" err="1"/>
              <a:t>bài</a:t>
            </a:r>
            <a:r>
              <a:rPr lang="en-US" dirty="0"/>
              <a:t> </a:t>
            </a:r>
            <a:r>
              <a:rPr lang="en-US" dirty="0" err="1"/>
              <a:t>toán</a:t>
            </a:r>
            <a:r>
              <a:rPr lang="en-US" dirty="0"/>
              <a:t> </a:t>
            </a:r>
            <a:r>
              <a:rPr lang="en-US" dirty="0" err="1"/>
              <a:t>phức</a:t>
            </a:r>
            <a:r>
              <a:rPr lang="en-US" dirty="0"/>
              <a:t> </a:t>
            </a:r>
            <a:r>
              <a:rPr lang="en-US" dirty="0" err="1"/>
              <a:t>tạp</a:t>
            </a:r>
            <a:r>
              <a:rPr lang="en-US" dirty="0"/>
              <a:t> </a:t>
            </a:r>
            <a:r>
              <a:rPr lang="en-US" dirty="0" err="1"/>
              <a:t>và</a:t>
            </a:r>
            <a:r>
              <a:rPr lang="en-US" dirty="0"/>
              <a:t> </a:t>
            </a:r>
            <a:r>
              <a:rPr lang="en-US" dirty="0" err="1"/>
              <a:t>xử</a:t>
            </a:r>
            <a:r>
              <a:rPr lang="en-US" dirty="0"/>
              <a:t> </a:t>
            </a:r>
            <a:r>
              <a:rPr lang="en-US" dirty="0" err="1"/>
              <a:t>lý</a:t>
            </a:r>
            <a:r>
              <a:rPr lang="en-US" dirty="0"/>
              <a:t> </a:t>
            </a:r>
            <a:r>
              <a:rPr lang="en-US" dirty="0" err="1"/>
              <a:t>sắc</a:t>
            </a:r>
            <a:r>
              <a:rPr lang="en-US" dirty="0"/>
              <a:t> </a:t>
            </a:r>
            <a:r>
              <a:rPr lang="en-US" dirty="0" err="1"/>
              <a:t>thái</a:t>
            </a:r>
            <a:r>
              <a:rPr lang="en-US" dirty="0"/>
              <a:t> </a:t>
            </a:r>
            <a:r>
              <a:rPr lang="en-US" dirty="0" err="1"/>
              <a:t>ngôn</a:t>
            </a:r>
            <a:r>
              <a:rPr lang="en-US" dirty="0"/>
              <a:t> </a:t>
            </a:r>
            <a:r>
              <a:rPr lang="en-US" dirty="0" err="1"/>
              <a:t>ngữ</a:t>
            </a:r>
            <a:r>
              <a:rPr lang="en-US" dirty="0"/>
              <a:t>.</a:t>
            </a:r>
            <a:endParaRPr lang="en-US" b="1" i="1" dirty="0"/>
          </a:p>
          <a:p>
            <a:pPr marL="342900" indent="-342900">
              <a:buFont typeface="Arial" panose="020B0604020202020204" pitchFamily="34" charset="0"/>
              <a:buChar char="•"/>
            </a:pPr>
            <a:r>
              <a:rPr lang="en-US" b="1" dirty="0"/>
              <a:t>GPT-4o </a:t>
            </a:r>
            <a:r>
              <a:rPr lang="en-US" dirty="0"/>
              <a:t>(Omni) (05/2024): </a:t>
            </a:r>
            <a:r>
              <a:rPr lang="en-US" dirty="0" err="1"/>
              <a:t>phiên</a:t>
            </a:r>
            <a:r>
              <a:rPr lang="en-US" dirty="0"/>
              <a:t> </a:t>
            </a:r>
            <a:r>
              <a:rPr lang="en-US" dirty="0" err="1"/>
              <a:t>bản</a:t>
            </a:r>
            <a:r>
              <a:rPr lang="en-US" dirty="0"/>
              <a:t> </a:t>
            </a:r>
            <a:r>
              <a:rPr lang="en-US" dirty="0" err="1"/>
              <a:t>mới</a:t>
            </a:r>
            <a:r>
              <a:rPr lang="en-US" dirty="0"/>
              <a:t> </a:t>
            </a:r>
            <a:r>
              <a:rPr lang="en-US" dirty="0" err="1"/>
              <a:t>nhất</a:t>
            </a:r>
            <a:r>
              <a:rPr lang="en-US" dirty="0"/>
              <a:t> </a:t>
            </a:r>
            <a:r>
              <a:rPr lang="en-US" dirty="0" err="1"/>
              <a:t>đại</a:t>
            </a:r>
            <a:r>
              <a:rPr lang="en-US" dirty="0"/>
              <a:t> </a:t>
            </a:r>
            <a:r>
              <a:rPr lang="en-US" dirty="0" err="1"/>
              <a:t>diện</a:t>
            </a:r>
            <a:r>
              <a:rPr lang="en-US" dirty="0"/>
              <a:t> </a:t>
            </a:r>
            <a:r>
              <a:rPr lang="en-US" dirty="0" err="1"/>
              <a:t>cho</a:t>
            </a:r>
            <a:r>
              <a:rPr lang="en-US" dirty="0"/>
              <a:t> xu </a:t>
            </a:r>
            <a:r>
              <a:rPr lang="en-US" dirty="0" err="1"/>
              <a:t>hướng</a:t>
            </a:r>
            <a:r>
              <a:rPr lang="en-US" dirty="0"/>
              <a:t> </a:t>
            </a:r>
            <a:r>
              <a:rPr lang="en-US" dirty="0" err="1"/>
              <a:t>hợp</a:t>
            </a:r>
            <a:r>
              <a:rPr lang="en-US" dirty="0"/>
              <a:t> </a:t>
            </a:r>
            <a:r>
              <a:rPr lang="en-US" dirty="0" err="1"/>
              <a:t>nhất</a:t>
            </a:r>
            <a:r>
              <a:rPr lang="en-US" dirty="0"/>
              <a:t>, </a:t>
            </a:r>
            <a:r>
              <a:rPr lang="en-US" dirty="0" err="1"/>
              <a:t>xóa</a:t>
            </a:r>
            <a:r>
              <a:rPr lang="en-US" dirty="0"/>
              <a:t> </a:t>
            </a:r>
            <a:r>
              <a:rPr lang="en-US" dirty="0" err="1"/>
              <a:t>bỏ</a:t>
            </a:r>
            <a:r>
              <a:rPr lang="en-US" dirty="0"/>
              <a:t> </a:t>
            </a:r>
            <a:r>
              <a:rPr lang="en-US" dirty="0" err="1"/>
              <a:t>độ</a:t>
            </a:r>
            <a:r>
              <a:rPr lang="en-US" dirty="0"/>
              <a:t> </a:t>
            </a:r>
            <a:r>
              <a:rPr lang="en-US" dirty="0" err="1"/>
              <a:t>trễ</a:t>
            </a:r>
            <a:r>
              <a:rPr lang="en-US" dirty="0"/>
              <a:t> </a:t>
            </a:r>
            <a:r>
              <a:rPr lang="en-US" dirty="0" err="1"/>
              <a:t>trong</a:t>
            </a:r>
            <a:r>
              <a:rPr lang="en-US" dirty="0"/>
              <a:t> </a:t>
            </a:r>
            <a:r>
              <a:rPr lang="en-US" dirty="0" err="1"/>
              <a:t>giao</a:t>
            </a:r>
            <a:r>
              <a:rPr lang="en-US" dirty="0"/>
              <a:t> </a:t>
            </a:r>
            <a:r>
              <a:rPr lang="en-US" dirty="0" err="1"/>
              <a:t>tiếp</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giữa</a:t>
            </a:r>
            <a:r>
              <a:rPr lang="en-US" dirty="0"/>
              <a:t> </a:t>
            </a:r>
            <a:r>
              <a:rPr lang="en-US" dirty="0" err="1"/>
              <a:t>văn</a:t>
            </a:r>
            <a:r>
              <a:rPr lang="en-US" dirty="0"/>
              <a:t> </a:t>
            </a:r>
            <a:r>
              <a:rPr lang="en-US" dirty="0" err="1"/>
              <a:t>bản</a:t>
            </a:r>
            <a:r>
              <a:rPr lang="en-US" dirty="0"/>
              <a:t>, </a:t>
            </a:r>
            <a:r>
              <a:rPr lang="en-US" dirty="0" err="1"/>
              <a:t>âm</a:t>
            </a:r>
            <a:r>
              <a:rPr lang="en-US" dirty="0"/>
              <a:t> </a:t>
            </a:r>
            <a:r>
              <a:rPr lang="en-US" dirty="0" err="1"/>
              <a:t>thanh</a:t>
            </a:r>
            <a:r>
              <a:rPr lang="en-US" dirty="0"/>
              <a:t> </a:t>
            </a:r>
            <a:r>
              <a:rPr lang="en-US" dirty="0" err="1"/>
              <a:t>và</a:t>
            </a:r>
            <a:r>
              <a:rPr lang="en-US" dirty="0"/>
              <a:t> </a:t>
            </a:r>
            <a:r>
              <a:rPr lang="en-US" dirty="0" err="1"/>
              <a:t>hình</a:t>
            </a:r>
            <a:r>
              <a:rPr lang="en-US" dirty="0"/>
              <a:t> </a:t>
            </a:r>
            <a:r>
              <a:rPr lang="en-US" dirty="0" err="1"/>
              <a:t>ảnh</a:t>
            </a:r>
            <a:endParaRPr lang="en-US" dirty="0"/>
          </a:p>
        </p:txBody>
      </p:sp>
    </p:spTree>
    <p:extLst>
      <p:ext uri="{BB962C8B-B14F-4D97-AF65-F5344CB8AC3E}">
        <p14:creationId xmlns:p14="http://schemas.microsoft.com/office/powerpoint/2010/main" val="1131369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2002-717E-A9B0-3BE2-A47FFC1414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050728-2680-CD09-04A2-7E12646CCE58}"/>
              </a:ext>
            </a:extLst>
          </p:cNvPr>
          <p:cNvSpPr>
            <a:spLocks noGrp="1"/>
          </p:cNvSpPr>
          <p:nvPr>
            <p:ph type="title"/>
          </p:nvPr>
        </p:nvSpPr>
        <p:spPr/>
        <p:txBody>
          <a:bodyPr/>
          <a:lstStyle/>
          <a:p>
            <a:r>
              <a:rPr lang="en-US" dirty="0"/>
              <a:t>Gemini</a:t>
            </a:r>
          </a:p>
        </p:txBody>
      </p:sp>
      <p:sp>
        <p:nvSpPr>
          <p:cNvPr id="7" name="Content Placeholder 6">
            <a:extLst>
              <a:ext uri="{FF2B5EF4-FFF2-40B4-BE49-F238E27FC236}">
                <a16:creationId xmlns:a16="http://schemas.microsoft.com/office/drawing/2014/main" id="{75D2EC3F-4CD0-BCD9-2B4A-3EEA70A13243}"/>
              </a:ext>
            </a:extLst>
          </p:cNvPr>
          <p:cNvSpPr>
            <a:spLocks noGrp="1"/>
          </p:cNvSpPr>
          <p:nvPr>
            <p:ph idx="1"/>
          </p:nvPr>
        </p:nvSpPr>
        <p:spPr/>
        <p:txBody>
          <a:bodyPr>
            <a:normAutofit lnSpcReduction="10000"/>
          </a:bodyPr>
          <a:lstStyle/>
          <a:p>
            <a:pPr marL="342900" indent="-342900">
              <a:buFont typeface="Arial" panose="020B0604020202020204" pitchFamily="34" charset="0"/>
              <a:buChar char="•"/>
            </a:pPr>
            <a:r>
              <a:rPr lang="en-US" b="1" dirty="0"/>
              <a:t>Gemini 1.0 </a:t>
            </a:r>
            <a:r>
              <a:rPr lang="en-US" dirty="0"/>
              <a:t>(</a:t>
            </a:r>
            <a:r>
              <a:rPr lang="en-US" dirty="0" err="1"/>
              <a:t>tháng</a:t>
            </a:r>
            <a:r>
              <a:rPr lang="en-US" dirty="0"/>
              <a:t> 12/2023): </a:t>
            </a:r>
            <a:r>
              <a:rPr lang="vi-VN" dirty="0"/>
              <a:t>tối ưu hóa cho 3 kích cỡ: Gemini Ultra (phức tạp cao), Gemini Pro (mở rộng quy mô), và Gemini Nano (trên thiết bị).</a:t>
            </a:r>
            <a:endParaRPr lang="en-US" dirty="0"/>
          </a:p>
          <a:p>
            <a:pPr marL="342900" indent="-342900">
              <a:buFont typeface="Arial" panose="020B0604020202020204" pitchFamily="34" charset="0"/>
              <a:buChar char="•"/>
            </a:pPr>
            <a:r>
              <a:rPr lang="vi-VN" dirty="0"/>
              <a:t>Tháng 2/2024, Google hợp nhất </a:t>
            </a:r>
            <a:r>
              <a:rPr lang="vi-VN" b="1" dirty="0"/>
              <a:t>Bard</a:t>
            </a:r>
            <a:r>
              <a:rPr lang="vi-VN" dirty="0"/>
              <a:t> và </a:t>
            </a:r>
            <a:r>
              <a:rPr lang="vi-VN" b="1" dirty="0"/>
              <a:t>Duet AI</a:t>
            </a:r>
            <a:r>
              <a:rPr lang="vi-VN" dirty="0"/>
              <a:t> dưới thương hiệu </a:t>
            </a:r>
            <a:r>
              <a:rPr lang="vi-VN" b="1" dirty="0"/>
              <a:t>Gemini</a:t>
            </a:r>
            <a:r>
              <a:rPr lang="en-US" b="1" dirty="0"/>
              <a:t> </a:t>
            </a:r>
            <a:r>
              <a:rPr lang="en-US" dirty="0"/>
              <a:t>-</a:t>
            </a:r>
            <a:r>
              <a:rPr lang="en-US" b="1" dirty="0"/>
              <a:t> </a:t>
            </a:r>
            <a:r>
              <a:rPr lang="vi-VN" dirty="0"/>
              <a:t>bước tái định vị quan trọng, tập trung toàn lực vào Gemini như công cụ AI chính. Chatbot Bard chính thức được đổi tên thành </a:t>
            </a:r>
            <a:r>
              <a:rPr lang="vi-VN" b="1" dirty="0"/>
              <a:t>Google Gemini</a:t>
            </a:r>
            <a:r>
              <a:rPr lang="vi-VN" dirty="0"/>
              <a:t>.</a:t>
            </a:r>
            <a:endParaRPr lang="en-US" dirty="0"/>
          </a:p>
          <a:p>
            <a:pPr marL="342900" indent="-342900">
              <a:buFont typeface="Arial" panose="020B0604020202020204" pitchFamily="34" charset="0"/>
              <a:buChar char="•"/>
            </a:pPr>
            <a:r>
              <a:rPr lang="en-US" dirty="0"/>
              <a:t>G</a:t>
            </a:r>
            <a:r>
              <a:rPr lang="vi-VN" dirty="0"/>
              <a:t>oogle liên tục giới thiệu các phiên bản cải tiến như </a:t>
            </a:r>
            <a:r>
              <a:rPr lang="vi-VN" b="1" dirty="0"/>
              <a:t>Gemini 2</a:t>
            </a:r>
            <a:r>
              <a:rPr lang="vi-VN" dirty="0"/>
              <a:t> (đặt nền móng cho khả năng tác nhân và lập luận phức tạp hơn) và sau đó là </a:t>
            </a:r>
            <a:r>
              <a:rPr lang="vi-VN" b="1" dirty="0"/>
              <a:t>Gemini 3</a:t>
            </a:r>
            <a:r>
              <a:rPr lang="vi-VN" dirty="0"/>
              <a:t> (tập trung vào khả năng lập luận tối tân, đọc hiểu tình huống và ý nghĩa sâu sắc).</a:t>
            </a:r>
            <a:endParaRPr lang="en-US" dirty="0"/>
          </a:p>
          <a:p>
            <a:endParaRPr lang="en-US" dirty="0"/>
          </a:p>
        </p:txBody>
      </p:sp>
    </p:spTree>
    <p:extLst>
      <p:ext uri="{BB962C8B-B14F-4D97-AF65-F5344CB8AC3E}">
        <p14:creationId xmlns:p14="http://schemas.microsoft.com/office/powerpoint/2010/main" val="3568792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4D2E-D2B8-5946-D3EA-7D12ECF2F1A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55FE156-DE03-C61B-4080-E2BD2BF0E85E}"/>
              </a:ext>
            </a:extLst>
          </p:cNvPr>
          <p:cNvSpPr>
            <a:spLocks noGrp="1"/>
          </p:cNvSpPr>
          <p:nvPr>
            <p:ph type="title"/>
          </p:nvPr>
        </p:nvSpPr>
        <p:spPr/>
        <p:txBody>
          <a:bodyPr/>
          <a:lstStyle/>
          <a:p>
            <a:r>
              <a:rPr lang="en-US" dirty="0"/>
              <a:t>Grok</a:t>
            </a:r>
          </a:p>
        </p:txBody>
      </p:sp>
      <p:sp>
        <p:nvSpPr>
          <p:cNvPr id="7" name="Content Placeholder 6">
            <a:extLst>
              <a:ext uri="{FF2B5EF4-FFF2-40B4-BE49-F238E27FC236}">
                <a16:creationId xmlns:a16="http://schemas.microsoft.com/office/drawing/2014/main" id="{EA0137AF-6D0E-7BB0-866A-E905EF034B6D}"/>
              </a:ext>
            </a:extLst>
          </p:cNvPr>
          <p:cNvSpPr>
            <a:spLocks noGrp="1"/>
          </p:cNvSpPr>
          <p:nvPr>
            <p:ph idx="1"/>
          </p:nvPr>
        </p:nvSpPr>
        <p:spPr>
          <a:xfrm>
            <a:off x="838200" y="1477568"/>
            <a:ext cx="10515600" cy="4351338"/>
          </a:xfrm>
        </p:spPr>
        <p:txBody>
          <a:bodyPr>
            <a:noAutofit/>
          </a:bodyPr>
          <a:lstStyle/>
          <a:p>
            <a:pPr marL="342900" indent="-342900">
              <a:buFont typeface="Arial" panose="020B0604020202020204" pitchFamily="34" charset="0"/>
              <a:buChar char="•"/>
            </a:pPr>
            <a:r>
              <a:rPr lang="en-US" dirty="0"/>
              <a:t>7/2023: Elon Musk </a:t>
            </a:r>
            <a:r>
              <a:rPr lang="en-US" dirty="0" err="1"/>
              <a:t>thành</a:t>
            </a:r>
            <a:r>
              <a:rPr lang="en-US" dirty="0"/>
              <a:t> </a:t>
            </a:r>
            <a:r>
              <a:rPr lang="en-US" dirty="0" err="1"/>
              <a:t>lập</a:t>
            </a:r>
            <a:r>
              <a:rPr lang="en-US" dirty="0"/>
              <a:t> </a:t>
            </a:r>
            <a:r>
              <a:rPr lang="en-US" dirty="0" err="1"/>
              <a:t>công</a:t>
            </a:r>
            <a:r>
              <a:rPr lang="en-US" dirty="0"/>
              <a:t> ty </a:t>
            </a:r>
            <a:r>
              <a:rPr lang="en-US" b="1" dirty="0" err="1"/>
              <a:t>xAI</a:t>
            </a:r>
            <a:r>
              <a:rPr lang="en-US" dirty="0"/>
              <a:t> </a:t>
            </a:r>
            <a:r>
              <a:rPr lang="en-US" dirty="0" err="1"/>
              <a:t>với</a:t>
            </a:r>
            <a:r>
              <a:rPr lang="en-US" dirty="0"/>
              <a:t> </a:t>
            </a:r>
            <a:r>
              <a:rPr lang="en-US" dirty="0" err="1"/>
              <a:t>sứ</a:t>
            </a:r>
            <a:r>
              <a:rPr lang="en-US" dirty="0"/>
              <a:t> </a:t>
            </a:r>
            <a:r>
              <a:rPr lang="en-US" dirty="0" err="1"/>
              <a:t>mệnh</a:t>
            </a:r>
            <a:r>
              <a:rPr lang="en-US" dirty="0"/>
              <a:t> “</a:t>
            </a:r>
            <a:r>
              <a:rPr lang="en-US" dirty="0" err="1"/>
              <a:t>hiểu</a:t>
            </a:r>
            <a:r>
              <a:rPr lang="en-US" dirty="0"/>
              <a:t> </a:t>
            </a:r>
            <a:r>
              <a:rPr lang="en-US" dirty="0" err="1"/>
              <a:t>bản</a:t>
            </a:r>
            <a:r>
              <a:rPr lang="en-US" dirty="0"/>
              <a:t> </a:t>
            </a:r>
            <a:r>
              <a:rPr lang="en-US" dirty="0" err="1"/>
              <a:t>chất</a:t>
            </a:r>
            <a:r>
              <a:rPr lang="en-US" dirty="0"/>
              <a:t> </a:t>
            </a:r>
            <a:r>
              <a:rPr lang="en-US" dirty="0" err="1"/>
              <a:t>thực</a:t>
            </a:r>
            <a:r>
              <a:rPr lang="en-US" dirty="0"/>
              <a:t> </a:t>
            </a:r>
            <a:r>
              <a:rPr lang="en-US" dirty="0" err="1"/>
              <a:t>sự</a:t>
            </a:r>
            <a:r>
              <a:rPr lang="en-US" dirty="0"/>
              <a:t> </a:t>
            </a:r>
            <a:r>
              <a:rPr lang="en-US" dirty="0" err="1"/>
              <a:t>của</a:t>
            </a:r>
            <a:r>
              <a:rPr lang="en-US" dirty="0"/>
              <a:t> </a:t>
            </a:r>
            <a:r>
              <a:rPr lang="en-US" dirty="0" err="1"/>
              <a:t>vũ</a:t>
            </a:r>
            <a:r>
              <a:rPr lang="en-US" dirty="0"/>
              <a:t> </a:t>
            </a:r>
            <a:r>
              <a:rPr lang="en-US" dirty="0" err="1"/>
              <a:t>trụ</a:t>
            </a:r>
            <a:r>
              <a:rPr lang="en-US" dirty="0"/>
              <a:t>”.</a:t>
            </a:r>
          </a:p>
          <a:p>
            <a:pPr marL="342900" indent="-342900">
              <a:buFont typeface="Arial" panose="020B0604020202020204" pitchFamily="34" charset="0"/>
              <a:buChar char="•"/>
            </a:pPr>
            <a:r>
              <a:rPr lang="en-US" dirty="0"/>
              <a:t>11/2023: </a:t>
            </a:r>
            <a:r>
              <a:rPr lang="en-US" dirty="0" err="1"/>
              <a:t>công</a:t>
            </a:r>
            <a:r>
              <a:rPr lang="en-US" dirty="0"/>
              <a:t> </a:t>
            </a:r>
            <a:r>
              <a:rPr lang="en-US" dirty="0" err="1"/>
              <a:t>bố</a:t>
            </a:r>
            <a:r>
              <a:rPr lang="en-US" dirty="0"/>
              <a:t> </a:t>
            </a:r>
            <a:r>
              <a:rPr lang="en-US" b="1" dirty="0"/>
              <a:t>Grok</a:t>
            </a:r>
            <a:r>
              <a:rPr lang="en-US" dirty="0"/>
              <a:t>.</a:t>
            </a:r>
          </a:p>
          <a:p>
            <a:pPr marL="342900" indent="-342900">
              <a:buFont typeface="Arial" panose="020B0604020202020204" pitchFamily="34" charset="0"/>
              <a:buChar char="•"/>
            </a:pPr>
            <a:r>
              <a:rPr lang="vi-VN" dirty="0"/>
              <a:t>3/2024: open-source </a:t>
            </a:r>
            <a:r>
              <a:rPr lang="vi-VN" b="1" dirty="0"/>
              <a:t>Grok-1</a:t>
            </a:r>
            <a:r>
              <a:rPr lang="vi-VN" dirty="0"/>
              <a:t> dưới giấy phép Apache 2.0.</a:t>
            </a:r>
          </a:p>
          <a:p>
            <a:pPr marL="342900" indent="-342900">
              <a:buFont typeface="Arial" panose="020B0604020202020204" pitchFamily="34" charset="0"/>
              <a:buChar char="•"/>
            </a:pPr>
            <a:r>
              <a:rPr lang="vi-VN" dirty="0"/>
              <a:t>4–5/2024: </a:t>
            </a:r>
            <a:r>
              <a:rPr lang="en-US" dirty="0"/>
              <a:t>r</a:t>
            </a:r>
            <a:r>
              <a:rPr lang="vi-VN" dirty="0"/>
              <a:t>a mắt </a:t>
            </a:r>
            <a:r>
              <a:rPr lang="vi-VN" b="1" dirty="0"/>
              <a:t>Grok-1.5 </a:t>
            </a:r>
            <a:r>
              <a:rPr lang="vi-VN" dirty="0"/>
              <a:t>và</a:t>
            </a:r>
            <a:r>
              <a:rPr lang="vi-VN" b="1" dirty="0"/>
              <a:t> Grok-1.5V</a:t>
            </a:r>
            <a:r>
              <a:rPr lang="vi-VN" dirty="0"/>
              <a:t>.</a:t>
            </a:r>
            <a:endParaRPr lang="en-US" dirty="0"/>
          </a:p>
          <a:p>
            <a:pPr marL="342900" indent="-342900">
              <a:buFont typeface="Arial" panose="020B0604020202020204" pitchFamily="34" charset="0"/>
              <a:buChar char="•"/>
            </a:pPr>
            <a:r>
              <a:rPr lang="vi-VN" dirty="0"/>
              <a:t>8/2024: </a:t>
            </a:r>
            <a:r>
              <a:rPr lang="vi-VN" b="1" dirty="0"/>
              <a:t>Grok-2 </a:t>
            </a:r>
            <a:r>
              <a:rPr lang="vi-VN" dirty="0"/>
              <a:t>và</a:t>
            </a:r>
            <a:r>
              <a:rPr lang="vi-VN" b="1" dirty="0"/>
              <a:t> Grok-2 mini </a:t>
            </a:r>
            <a:r>
              <a:rPr lang="vi-VN" dirty="0"/>
              <a:t>ra mắt, tích hợp công cụ tìm kiếm hình ảnh Flux.1 của Black Forest Labs. </a:t>
            </a:r>
            <a:endParaRPr lang="en-US" dirty="0"/>
          </a:p>
          <a:p>
            <a:pPr marL="342900" indent="-342900">
              <a:buFont typeface="Arial" panose="020B0604020202020204" pitchFamily="34" charset="0"/>
              <a:buChar char="•"/>
            </a:pPr>
            <a:r>
              <a:rPr lang="en-US" dirty="0"/>
              <a:t>2/2025: </a:t>
            </a:r>
            <a:r>
              <a:rPr lang="en-US" dirty="0" err="1"/>
              <a:t>ra</a:t>
            </a:r>
            <a:r>
              <a:rPr lang="en-US" dirty="0"/>
              <a:t> </a:t>
            </a:r>
            <a:r>
              <a:rPr lang="en-US" dirty="0" err="1"/>
              <a:t>mắt</a:t>
            </a:r>
            <a:r>
              <a:rPr lang="en-US" dirty="0"/>
              <a:t> </a:t>
            </a:r>
            <a:r>
              <a:rPr lang="en-US" b="1" dirty="0"/>
              <a:t>Grok 3 </a:t>
            </a:r>
            <a:r>
              <a:rPr lang="en-US" dirty="0" err="1"/>
              <a:t>có</a:t>
            </a:r>
            <a:r>
              <a:rPr lang="en-US" dirty="0"/>
              <a:t> </a:t>
            </a:r>
            <a:r>
              <a:rPr lang="en-US" dirty="0" err="1"/>
              <a:t>chế</a:t>
            </a:r>
            <a:r>
              <a:rPr lang="en-US" dirty="0"/>
              <a:t> </a:t>
            </a:r>
            <a:r>
              <a:rPr lang="en-US" dirty="0" err="1"/>
              <a:t>độ</a:t>
            </a:r>
            <a:r>
              <a:rPr lang="en-US" dirty="0"/>
              <a:t> “Think Mode” </a:t>
            </a:r>
            <a:r>
              <a:rPr lang="en-US" dirty="0" err="1"/>
              <a:t>và</a:t>
            </a:r>
            <a:r>
              <a:rPr lang="en-US" dirty="0"/>
              <a:t> “</a:t>
            </a:r>
            <a:r>
              <a:rPr lang="en-US" dirty="0" err="1"/>
              <a:t>DeepSearch</a:t>
            </a:r>
            <a:r>
              <a:rPr lang="en-US" dirty="0"/>
              <a:t>”.</a:t>
            </a:r>
          </a:p>
          <a:p>
            <a:pPr marL="342900" indent="-342900">
              <a:buFont typeface="Arial" panose="020B0604020202020204" pitchFamily="34" charset="0"/>
              <a:buChar char="•"/>
            </a:pPr>
            <a:r>
              <a:rPr lang="en-US" dirty="0"/>
              <a:t>8/2025: </a:t>
            </a:r>
            <a:r>
              <a:rPr lang="en-US" b="1" dirty="0"/>
              <a:t>Grok 4 </a:t>
            </a:r>
            <a:r>
              <a:rPr lang="en-US" dirty="0" err="1"/>
              <a:t>ra</a:t>
            </a:r>
            <a:r>
              <a:rPr lang="en-US" dirty="0"/>
              <a:t> </a:t>
            </a:r>
            <a:r>
              <a:rPr lang="en-US" dirty="0" err="1"/>
              <a:t>mắt</a:t>
            </a:r>
            <a:r>
              <a:rPr lang="en-US" dirty="0"/>
              <a:t> – </a:t>
            </a:r>
            <a:r>
              <a:rPr lang="en-US" dirty="0" err="1"/>
              <a:t>hiện</a:t>
            </a:r>
            <a:r>
              <a:rPr lang="en-US" dirty="0"/>
              <a:t> </a:t>
            </a:r>
            <a:r>
              <a:rPr lang="en-US" dirty="0" err="1"/>
              <a:t>là</a:t>
            </a:r>
            <a:r>
              <a:rPr lang="en-US" dirty="0"/>
              <a:t> </a:t>
            </a:r>
            <a:r>
              <a:rPr lang="en-US" dirty="0" err="1"/>
              <a:t>mô</a:t>
            </a:r>
            <a:r>
              <a:rPr lang="en-US" dirty="0"/>
              <a:t> </a:t>
            </a:r>
            <a:r>
              <a:rPr lang="en-US" dirty="0" err="1"/>
              <a:t>hình</a:t>
            </a:r>
            <a:r>
              <a:rPr lang="en-US" dirty="0"/>
              <a:t> AI </a:t>
            </a:r>
            <a:r>
              <a:rPr lang="en-US" dirty="0" err="1"/>
              <a:t>mạnh</a:t>
            </a:r>
            <a:r>
              <a:rPr lang="en-US" dirty="0"/>
              <a:t> </a:t>
            </a:r>
            <a:r>
              <a:rPr lang="en-US" dirty="0" err="1"/>
              <a:t>nhất</a:t>
            </a:r>
            <a:r>
              <a:rPr lang="en-US" dirty="0"/>
              <a:t> </a:t>
            </a:r>
            <a:r>
              <a:rPr lang="en-US" dirty="0" err="1"/>
              <a:t>thế</a:t>
            </a:r>
            <a:r>
              <a:rPr lang="en-US" dirty="0"/>
              <a:t> </a:t>
            </a:r>
            <a:r>
              <a:rPr lang="en-US" dirty="0" err="1"/>
              <a:t>giới</a:t>
            </a:r>
            <a:r>
              <a:rPr lang="en-US" dirty="0"/>
              <a:t> </a:t>
            </a:r>
            <a:r>
              <a:rPr lang="en-US" dirty="0" err="1"/>
              <a:t>theo</a:t>
            </a:r>
            <a:r>
              <a:rPr lang="en-US" dirty="0"/>
              <a:t> </a:t>
            </a:r>
            <a:r>
              <a:rPr lang="en-US" dirty="0" err="1"/>
              <a:t>nhiều</a:t>
            </a:r>
            <a:r>
              <a:rPr lang="en-US" dirty="0"/>
              <a:t> </a:t>
            </a:r>
            <a:r>
              <a:rPr lang="en-US" dirty="0" err="1"/>
              <a:t>bảng</a:t>
            </a:r>
            <a:r>
              <a:rPr lang="en-US" dirty="0"/>
              <a:t> </a:t>
            </a:r>
            <a:r>
              <a:rPr lang="en-US" dirty="0" err="1"/>
              <a:t>xếp</a:t>
            </a:r>
            <a:r>
              <a:rPr lang="en-US" dirty="0"/>
              <a:t> </a:t>
            </a:r>
            <a:r>
              <a:rPr lang="en-US" dirty="0" err="1"/>
              <a:t>hạng</a:t>
            </a:r>
            <a:r>
              <a:rPr lang="en-US" dirty="0"/>
              <a:t>.</a:t>
            </a:r>
            <a:endParaRPr lang="vi-VN" dirty="0"/>
          </a:p>
        </p:txBody>
      </p:sp>
    </p:spTree>
    <p:extLst>
      <p:ext uri="{BB962C8B-B14F-4D97-AF65-F5344CB8AC3E}">
        <p14:creationId xmlns:p14="http://schemas.microsoft.com/office/powerpoint/2010/main" val="1577585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77C59-04AE-EB9F-13D5-A90D0A035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7089D-1C78-F9E9-A740-496D131F013A}"/>
              </a:ext>
            </a:extLst>
          </p:cNvPr>
          <p:cNvSpPr>
            <a:spLocks noGrp="1"/>
          </p:cNvSpPr>
          <p:nvPr>
            <p:ph type="ctrTitle"/>
          </p:nvPr>
        </p:nvSpPr>
        <p:spPr>
          <a:xfrm>
            <a:off x="1472750" y="2347170"/>
            <a:ext cx="10029565" cy="1655762"/>
          </a:xfrm>
        </p:spPr>
        <p:txBody>
          <a:bodyPr/>
          <a:lstStyle/>
          <a:p>
            <a:r>
              <a:rPr lang="en-US" dirty="0"/>
              <a:t>3. So </a:t>
            </a:r>
            <a:r>
              <a:rPr lang="en-US" dirty="0" err="1"/>
              <a:t>sánh</a:t>
            </a:r>
            <a:r>
              <a:rPr lang="en-US" dirty="0"/>
              <a:t> </a:t>
            </a:r>
            <a:br>
              <a:rPr lang="en-US" dirty="0"/>
            </a:br>
            <a:r>
              <a:rPr lang="en-US" dirty="0" err="1"/>
              <a:t>tính</a:t>
            </a:r>
            <a:r>
              <a:rPr lang="en-US" dirty="0"/>
              <a:t> </a:t>
            </a:r>
            <a:r>
              <a:rPr lang="en-US" dirty="0" err="1"/>
              <a:t>năng</a:t>
            </a:r>
            <a:r>
              <a:rPr lang="en-US" dirty="0"/>
              <a:t> </a:t>
            </a:r>
            <a:r>
              <a:rPr lang="en-US" dirty="0" err="1"/>
              <a:t>kỹ</a:t>
            </a:r>
            <a:r>
              <a:rPr lang="en-US" dirty="0"/>
              <a:t> </a:t>
            </a:r>
            <a:r>
              <a:rPr lang="en-US" dirty="0" err="1"/>
              <a:t>thuật</a:t>
            </a:r>
            <a:r>
              <a:rPr lang="en-US" dirty="0"/>
              <a:t> </a:t>
            </a:r>
          </a:p>
        </p:txBody>
      </p:sp>
      <p:pic>
        <p:nvPicPr>
          <p:cNvPr id="5124" name="Picture 4" descr="Demystifying AI Chatbot Engineering: Building Conversational Intelligence">
            <a:extLst>
              <a:ext uri="{FF2B5EF4-FFF2-40B4-BE49-F238E27FC236}">
                <a16:creationId xmlns:a16="http://schemas.microsoft.com/office/drawing/2014/main" id="{15D5A592-B962-2504-74CC-F809B9040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8364" y="2188723"/>
            <a:ext cx="4740194" cy="26663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95359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D60E809-04B4-2F7B-3903-E0311BF3009C}"/>
              </a:ext>
            </a:extLst>
          </p:cNvPr>
          <p:cNvGraphicFramePr>
            <a:graphicFrameLocks noGrp="1"/>
          </p:cNvGraphicFramePr>
          <p:nvPr>
            <p:extLst>
              <p:ext uri="{D42A27DB-BD31-4B8C-83A1-F6EECF244321}">
                <p14:modId xmlns:p14="http://schemas.microsoft.com/office/powerpoint/2010/main" val="3201405750"/>
              </p:ext>
            </p:extLst>
          </p:nvPr>
        </p:nvGraphicFramePr>
        <p:xfrm>
          <a:off x="200496" y="150689"/>
          <a:ext cx="11791008" cy="6211495"/>
        </p:xfrm>
        <a:graphic>
          <a:graphicData uri="http://schemas.openxmlformats.org/drawingml/2006/table">
            <a:tbl>
              <a:tblPr firstRow="1" bandRow="1">
                <a:tableStyleId>{5C22544A-7EE6-4342-B048-85BDC9FD1C3A}</a:tableStyleId>
              </a:tblPr>
              <a:tblGrid>
                <a:gridCol w="2947752">
                  <a:extLst>
                    <a:ext uri="{9D8B030D-6E8A-4147-A177-3AD203B41FA5}">
                      <a16:colId xmlns:a16="http://schemas.microsoft.com/office/drawing/2014/main" val="3829500610"/>
                    </a:ext>
                  </a:extLst>
                </a:gridCol>
                <a:gridCol w="2947752">
                  <a:extLst>
                    <a:ext uri="{9D8B030D-6E8A-4147-A177-3AD203B41FA5}">
                      <a16:colId xmlns:a16="http://schemas.microsoft.com/office/drawing/2014/main" val="2782858355"/>
                    </a:ext>
                  </a:extLst>
                </a:gridCol>
                <a:gridCol w="2947752">
                  <a:extLst>
                    <a:ext uri="{9D8B030D-6E8A-4147-A177-3AD203B41FA5}">
                      <a16:colId xmlns:a16="http://schemas.microsoft.com/office/drawing/2014/main" val="3072448875"/>
                    </a:ext>
                  </a:extLst>
                </a:gridCol>
                <a:gridCol w="2947752">
                  <a:extLst>
                    <a:ext uri="{9D8B030D-6E8A-4147-A177-3AD203B41FA5}">
                      <a16:colId xmlns:a16="http://schemas.microsoft.com/office/drawing/2014/main" val="435226850"/>
                    </a:ext>
                  </a:extLst>
                </a:gridCol>
              </a:tblGrid>
              <a:tr h="659242">
                <a:tc>
                  <a:txBody>
                    <a:bodyPr/>
                    <a:lstStyle/>
                    <a:p>
                      <a:pPr algn="just"/>
                      <a:r>
                        <a:rPr lang="en-US" dirty="0" err="1">
                          <a:latin typeface="Readex Pro" panose="020B0604020202020204" charset="-78"/>
                          <a:cs typeface="Readex Pro" panose="020B0604020202020204" charset="-78"/>
                        </a:rPr>
                        <a:t>Tiêu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chí</a:t>
                      </a:r>
                      <a:endParaRPr lang="en-US" dirty="0">
                        <a:latin typeface="Readex Pro" panose="020B0604020202020204" charset="-78"/>
                        <a:cs typeface="Readex Pro" panose="020B0604020202020204" charset="-78"/>
                      </a:endParaRPr>
                    </a:p>
                  </a:txBody>
                  <a:tcPr/>
                </a:tc>
                <a:tc>
                  <a:txBody>
                    <a:bodyPr/>
                    <a:lstStyle/>
                    <a:p>
                      <a:pPr algn="just"/>
                      <a:r>
                        <a:rPr lang="en-US" dirty="0">
                          <a:latin typeface="Readex Pro" panose="020B0604020202020204" charset="-78"/>
                          <a:cs typeface="Readex Pro" panose="020B0604020202020204" charset="-78"/>
                        </a:rPr>
                        <a:t>ChatGPT</a:t>
                      </a:r>
                    </a:p>
                  </a:txBody>
                  <a:tcPr/>
                </a:tc>
                <a:tc>
                  <a:txBody>
                    <a:bodyPr/>
                    <a:lstStyle/>
                    <a:p>
                      <a:pPr algn="just"/>
                      <a:r>
                        <a:rPr lang="en-US" dirty="0">
                          <a:latin typeface="Readex Pro" panose="020B0604020202020204" charset="-78"/>
                          <a:cs typeface="Readex Pro" panose="020B0604020202020204" charset="-78"/>
                        </a:rPr>
                        <a:t>Gemini</a:t>
                      </a:r>
                    </a:p>
                  </a:txBody>
                  <a:tcPr/>
                </a:tc>
                <a:tc>
                  <a:txBody>
                    <a:bodyPr/>
                    <a:lstStyle/>
                    <a:p>
                      <a:pPr algn="just"/>
                      <a:r>
                        <a:rPr lang="en-US" dirty="0">
                          <a:latin typeface="Readex Pro" panose="020B0604020202020204" charset="-78"/>
                          <a:cs typeface="Readex Pro" panose="020B0604020202020204" charset="-78"/>
                        </a:rPr>
                        <a:t>Grok</a:t>
                      </a:r>
                    </a:p>
                  </a:txBody>
                  <a:tcPr/>
                </a:tc>
                <a:extLst>
                  <a:ext uri="{0D108BD9-81ED-4DB2-BD59-A6C34878D82A}">
                    <a16:rowId xmlns:a16="http://schemas.microsoft.com/office/drawing/2014/main" val="2305726188"/>
                  </a:ext>
                </a:extLst>
              </a:tr>
              <a:tr h="2717613">
                <a:tc>
                  <a:txBody>
                    <a:bodyPr/>
                    <a:lstStyle/>
                    <a:p>
                      <a:pPr algn="just"/>
                      <a:r>
                        <a:rPr lang="en-US" dirty="0">
                          <a:latin typeface="Readex Pro" panose="020B0604020202020204" charset="-78"/>
                          <a:cs typeface="Readex Pro" panose="020B0604020202020204" charset="-78"/>
                        </a:rPr>
                        <a:t>1.</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Khả</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năng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truy</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xuất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thông</a:t>
                      </a:r>
                      <a:r>
                        <a:rPr lang="en-US" sz="1800" kern="1200" dirty="0">
                          <a:solidFill>
                            <a:schemeClr val="dk1"/>
                          </a:solidFill>
                          <a:effectLst/>
                          <a:latin typeface="Readex Pro" panose="020B0604020202020204" charset="-78"/>
                          <a:ea typeface="+mn-ea"/>
                          <a:cs typeface="Readex Pro" panose="020B0604020202020204" charset="-78"/>
                        </a:rPr>
                        <a:t> tin </a:t>
                      </a:r>
                      <a:r>
                        <a:rPr lang="en-US" sz="1800" kern="1200" dirty="0" err="1">
                          <a:solidFill>
                            <a:schemeClr val="dk1"/>
                          </a:solidFill>
                          <a:effectLst/>
                          <a:latin typeface="Readex Pro" panose="020B0604020202020204" charset="-78"/>
                          <a:ea typeface="+mn-ea"/>
                          <a:cs typeface="Readex Pro" panose="020B0604020202020204" charset="-78"/>
                        </a:rPr>
                        <a:t>và</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tính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cập</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nhật</a:t>
                      </a:r>
                      <a:endParaRPr lang="en-US" dirty="0">
                        <a:latin typeface="Readex Pro" panose="020B0604020202020204" charset="-78"/>
                        <a:cs typeface="Readex Pro" panose="020B0604020202020204" charset="-78"/>
                      </a:endParaRPr>
                    </a:p>
                  </a:txBody>
                  <a:tcPr/>
                </a:tc>
                <a:tc>
                  <a:txBody>
                    <a:bodyPr/>
                    <a:lstStyle/>
                    <a:p>
                      <a:pPr algn="just"/>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Trước đây bị hạn chế bởi dữ liệu tĩnh và mốc kiến thức.</a:t>
                      </a:r>
                    </a:p>
                    <a:p>
                      <a:pPr algn="just"/>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GPT-4o khắc phục nhờ </a:t>
                      </a:r>
                      <a:r>
                        <a:rPr lang="vi-VN" b="0" dirty="0">
                          <a:latin typeface="Readex Pro" panose="020B0604020202020204" charset="-78"/>
                          <a:cs typeface="Readex Pro" panose="020B0604020202020204" charset="-78"/>
                        </a:rPr>
                        <a:t>Browse with Bing</a:t>
                      </a:r>
                      <a:r>
                        <a:rPr lang="vi-VN" dirty="0">
                          <a:latin typeface="Readex Pro" panose="020B0604020202020204" charset="-78"/>
                          <a:cs typeface="Readex Pro" panose="020B0604020202020204" charset="-78"/>
                        </a:rPr>
                        <a:t>, nhưng việc truy xuất vẫn có độ trễ do phải tìm kiếm qua bên thứ ba.</a:t>
                      </a:r>
                    </a:p>
                    <a:p>
                      <a:pPr algn="just"/>
                      <a:endParaRPr lang="en-US" dirty="0">
                        <a:latin typeface="Readex Pro" panose="020B0604020202020204" charset="-78"/>
                        <a:cs typeface="Readex Pro" panose="020B0604020202020204" charset="-78"/>
                      </a:endParaRPr>
                    </a:p>
                  </a:txBody>
                  <a:tcPr/>
                </a:tc>
                <a:tc>
                  <a:txBody>
                    <a:bodyPr/>
                    <a:lstStyle/>
                    <a:p>
                      <a:pPr algn="just"/>
                      <a:r>
                        <a:rPr lang="en-US" b="0" dirty="0">
                          <a:latin typeface="Readex Pro" panose="020B0604020202020204" charset="-78"/>
                          <a:cs typeface="Readex Pro" panose="020B0604020202020204" charset="-78"/>
                        </a:rPr>
                        <a:t>- Lợi </a:t>
                      </a:r>
                      <a:r>
                        <a:rPr lang="en-US" b="0" dirty="0" err="1">
                          <a:latin typeface="Readex Pro" panose="020B0604020202020204" charset="-78"/>
                          <a:cs typeface="Readex Pro" panose="020B0604020202020204" charset="-78"/>
                        </a:rPr>
                        <a:t>thế</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kết</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nối</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trực</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tiếp</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với</a:t>
                      </a:r>
                      <a:r>
                        <a:rPr lang="en-US" b="0" dirty="0">
                          <a:latin typeface="Readex Pro" panose="020B0604020202020204" charset="-78"/>
                          <a:cs typeface="Readex Pro" panose="020B0604020202020204" charset="-78"/>
                        </a:rPr>
                        <a:t> Google Search, </a:t>
                      </a:r>
                      <a:r>
                        <a:rPr lang="en-US" b="0" dirty="0" err="1">
                          <a:latin typeface="Readex Pro" panose="020B0604020202020204" charset="-78"/>
                          <a:cs typeface="Readex Pro" panose="020B0604020202020204" charset="-78"/>
                        </a:rPr>
                        <a:t>thông</a:t>
                      </a:r>
                      <a:r>
                        <a:rPr lang="en-US" b="0" dirty="0">
                          <a:latin typeface="Readex Pro" panose="020B0604020202020204" charset="-78"/>
                          <a:cs typeface="Readex Pro" panose="020B0604020202020204" charset="-78"/>
                        </a:rPr>
                        <a:t> tin </a:t>
                      </a:r>
                      <a:r>
                        <a:rPr lang="en-US" b="0" dirty="0" err="1">
                          <a:latin typeface="Readex Pro" panose="020B0604020202020204" charset="-78"/>
                          <a:cs typeface="Readex Pro" panose="020B0604020202020204" charset="-78"/>
                        </a:rPr>
                        <a:t>cập</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nhật</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và</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phản</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hồi</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nhanh</a:t>
                      </a:r>
                      <a:r>
                        <a:rPr lang="en-US" b="0" dirty="0">
                          <a:latin typeface="Readex Pro" panose="020B0604020202020204" charset="-78"/>
                          <a:cs typeface="Readex Pro" panose="020B0604020202020204" charset="-78"/>
                        </a:rPr>
                        <a:t>.</a:t>
                      </a:r>
                    </a:p>
                    <a:p>
                      <a:pPr algn="just"/>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Điểm</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mạnh</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là</a:t>
                      </a:r>
                      <a:r>
                        <a:rPr lang="en-US" b="0" dirty="0">
                          <a:latin typeface="Readex Pro" panose="020B0604020202020204" charset="-78"/>
                          <a:cs typeface="Readex Pro" panose="020B0604020202020204" charset="-78"/>
                        </a:rPr>
                        <a:t> Grounding, </a:t>
                      </a:r>
                      <a:r>
                        <a:rPr lang="en-US" b="0" dirty="0" err="1">
                          <a:latin typeface="Readex Pro" panose="020B0604020202020204" charset="-78"/>
                          <a:cs typeface="Readex Pro" panose="020B0604020202020204" charset="-78"/>
                        </a:rPr>
                        <a:t>cung</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cấp</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câu</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trả</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lời</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kèm</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nguồn</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dẫn</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dễ</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kiểm</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chứng</a:t>
                      </a:r>
                      <a:r>
                        <a:rPr lang="en-US" b="0" dirty="0">
                          <a:latin typeface="Readex Pro" panose="020B0604020202020204" charset="-78"/>
                          <a:cs typeface="Readex Pro" panose="020B0604020202020204" charset="-78"/>
                        </a:rPr>
                        <a:t> </a:t>
                      </a:r>
                      <a:r>
                        <a:rPr lang="en-US" b="0" dirty="0" err="1">
                          <a:latin typeface="Readex Pro" panose="020B0604020202020204" charset="-78"/>
                          <a:cs typeface="Readex Pro" panose="020B0604020202020204" charset="-78"/>
                        </a:rPr>
                        <a:t>độ</a:t>
                      </a:r>
                      <a:r>
                        <a:rPr lang="en-US" b="0" dirty="0">
                          <a:latin typeface="Readex Pro" panose="020B0604020202020204" charset="-78"/>
                          <a:cs typeface="Readex Pro" panose="020B0604020202020204" charset="-78"/>
                        </a:rPr>
                        <a:t> tin </a:t>
                      </a:r>
                      <a:r>
                        <a:rPr lang="en-US" b="0" dirty="0" err="1">
                          <a:latin typeface="Readex Pro" panose="020B0604020202020204" charset="-78"/>
                          <a:cs typeface="Readex Pro" panose="020B0604020202020204" charset="-78"/>
                        </a:rPr>
                        <a:t>cậy</a:t>
                      </a:r>
                      <a:r>
                        <a:rPr lang="en-US" b="0" dirty="0">
                          <a:latin typeface="Readex Pro" panose="020B0604020202020204" charset="-78"/>
                          <a:cs typeface="Readex Pro" panose="020B0604020202020204" charset="-78"/>
                        </a:rPr>
                        <a:t>.</a:t>
                      </a:r>
                    </a:p>
                  </a:txBody>
                  <a:tcPr/>
                </a:tc>
                <a:tc>
                  <a:txBody>
                    <a:bodyPr/>
                    <a:lstStyle/>
                    <a:p>
                      <a:pPr algn="just"/>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Khác biệt nhờ quyền truy cập vào Firehose của mạng xã hội X, cập nhật sự kiện trong thời gian thực.</a:t>
                      </a:r>
                    </a:p>
                    <a:p>
                      <a:pPr algn="just"/>
                      <a:r>
                        <a:rPr lang="en-US" b="0" dirty="0">
                          <a:latin typeface="Readex Pro" panose="020B0604020202020204" charset="-78"/>
                          <a:cs typeface="Readex Pro" panose="020B0604020202020204" charset="-78"/>
                        </a:rPr>
                        <a:t>- P</a:t>
                      </a:r>
                      <a:r>
                        <a:rPr lang="vi-VN" b="0" dirty="0">
                          <a:latin typeface="Readex Pro" panose="020B0604020202020204" charset="-78"/>
                          <a:cs typeface="Readex Pro" panose="020B0604020202020204" charset="-78"/>
                        </a:rPr>
                        <a:t>hân tích xu hướng dựa trên thảo luận trực tiếp của cộng đồng, dù dữ liệu dễ lẫn nhiễu và ý kiến chủ quan.</a:t>
                      </a:r>
                    </a:p>
                  </a:txBody>
                  <a:tcPr/>
                </a:tc>
                <a:extLst>
                  <a:ext uri="{0D108BD9-81ED-4DB2-BD59-A6C34878D82A}">
                    <a16:rowId xmlns:a16="http://schemas.microsoft.com/office/drawing/2014/main" val="4024883674"/>
                  </a:ext>
                </a:extLst>
              </a:tr>
              <a:tr h="2717613">
                <a:tc>
                  <a:txBody>
                    <a:bodyPr/>
                    <a:lstStyle/>
                    <a:p>
                      <a:pPr algn="just"/>
                      <a:r>
                        <a:rPr lang="en-US" b="0" dirty="0">
                          <a:latin typeface="Readex Pro" panose="020B0604020202020204" charset="-78"/>
                          <a:cs typeface="Readex Pro" panose="020B0604020202020204" charset="-78"/>
                        </a:rPr>
                        <a:t>2. </a:t>
                      </a:r>
                      <a:r>
                        <a:rPr lang="en-US" sz="1800" b="0" kern="1200" dirty="0" err="1">
                          <a:solidFill>
                            <a:schemeClr val="dk1"/>
                          </a:solidFill>
                          <a:effectLst/>
                          <a:latin typeface="Readex Pro" panose="020B0604020202020204" charset="-78"/>
                          <a:ea typeface="+mn-ea"/>
                          <a:cs typeface="Readex Pro" panose="020B0604020202020204" charset="-78"/>
                        </a:rPr>
                        <a:t>Cửa</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sổ</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ngữ</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cảnh</a:t>
                      </a:r>
                      <a:r>
                        <a:rPr lang="en-US" sz="1800" b="0" kern="1200" dirty="0">
                          <a:solidFill>
                            <a:schemeClr val="dk1"/>
                          </a:solidFill>
                          <a:effectLst/>
                          <a:latin typeface="Readex Pro" panose="020B0604020202020204" charset="-78"/>
                          <a:ea typeface="+mn-ea"/>
                          <a:cs typeface="Readex Pro" panose="020B0604020202020204" charset="-78"/>
                        </a:rPr>
                        <a:t> – </a:t>
                      </a:r>
                      <a:r>
                        <a:rPr lang="en-US" sz="1800" b="0" kern="1200" dirty="0" err="1">
                          <a:solidFill>
                            <a:schemeClr val="dk1"/>
                          </a:solidFill>
                          <a:effectLst/>
                          <a:latin typeface="Readex Pro" panose="020B0604020202020204" charset="-78"/>
                          <a:ea typeface="+mn-ea"/>
                          <a:cs typeface="Readex Pro" panose="020B0604020202020204" charset="-78"/>
                        </a:rPr>
                        <a:t>Bộ</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nhớ</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làm</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việc</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ngắn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hạn</a:t>
                      </a:r>
                      <a:endParaRPr lang="en-US" b="0" dirty="0">
                        <a:latin typeface="Readex Pro" panose="020B0604020202020204" charset="-78"/>
                        <a:cs typeface="Readex Pro" panose="020B0604020202020204" charset="-78"/>
                      </a:endParaRPr>
                    </a:p>
                  </a:txBody>
                  <a:tcPr/>
                </a:tc>
                <a:tc>
                  <a:txBody>
                    <a:bodyPr/>
                    <a:lstStyle/>
                    <a:p>
                      <a:pPr algn="just"/>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Duy trì mức 128.000 token, đủ cho hầu hết nhu cầu phổ thông như tóm tắt sách hay xử lý văn bản dài.</a:t>
                      </a:r>
                    </a:p>
                    <a:p>
                      <a:pPr algn="just"/>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Bộc lộ hạn chế khi xử lý dữ liệu cực lớn, dễ “quên” thông tin ở đầu phiên làm việc.</a:t>
                      </a:r>
                    </a:p>
                  </a:txBody>
                  <a:tcPr/>
                </a:tc>
                <a:tc>
                  <a:txBody>
                    <a:bodyPr/>
                    <a:lstStyle/>
                    <a:p>
                      <a:pPr algn="just"/>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Đang dẫn đầu với khả năng xử lý 1–2 triệu token (Gemini 1.5 Pro).</a:t>
                      </a:r>
                    </a:p>
                    <a:p>
                      <a:pPr algn="just"/>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Cho phép phân tích tài liệu đồ sộ, codebase lớn hoặc nhiều video dài; tìm được chi tiết nhỏ nhất — vượt trội so với các mô hình thương mại khác.</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Hiện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tại</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cửa</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sổ</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ngữ</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cảnh</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của</a:t>
                      </a:r>
                      <a:r>
                        <a:rPr lang="en-US" sz="1800" b="0" kern="1200" dirty="0">
                          <a:solidFill>
                            <a:schemeClr val="dk1"/>
                          </a:solidFill>
                          <a:effectLst/>
                          <a:latin typeface="Readex Pro" panose="020B0604020202020204" charset="-78"/>
                          <a:ea typeface="+mn-ea"/>
                          <a:cs typeface="Readex Pro" panose="020B0604020202020204" charset="-78"/>
                        </a:rPr>
                        <a:t> Grok </a:t>
                      </a:r>
                      <a:r>
                        <a:rPr lang="en-US" sz="1800" b="0" kern="1200" dirty="0" err="1">
                          <a:solidFill>
                            <a:schemeClr val="dk1"/>
                          </a:solidFill>
                          <a:effectLst/>
                          <a:latin typeface="Readex Pro" panose="020B0604020202020204" charset="-78"/>
                          <a:ea typeface="+mn-ea"/>
                          <a:cs typeface="Readex Pro" panose="020B0604020202020204" charset="-78"/>
                        </a:rPr>
                        <a:t>nằm</a:t>
                      </a:r>
                      <a:r>
                        <a:rPr lang="en-US" sz="1800" b="0" kern="1200" dirty="0">
                          <a:solidFill>
                            <a:schemeClr val="dk1"/>
                          </a:solidFill>
                          <a:effectLst/>
                          <a:latin typeface="Readex Pro" panose="020B0604020202020204" charset="-78"/>
                          <a:ea typeface="+mn-ea"/>
                          <a:cs typeface="Readex Pro" panose="020B0604020202020204" charset="-78"/>
                        </a:rPr>
                        <a:t> ở </a:t>
                      </a:r>
                      <a:r>
                        <a:rPr lang="en-US" sz="1800" b="0" kern="1200" dirty="0" err="1">
                          <a:solidFill>
                            <a:schemeClr val="dk1"/>
                          </a:solidFill>
                          <a:effectLst/>
                          <a:latin typeface="Readex Pro" panose="020B0604020202020204" charset="-78"/>
                          <a:ea typeface="+mn-ea"/>
                          <a:cs typeface="Readex Pro" panose="020B0604020202020204" charset="-78"/>
                        </a:rPr>
                        <a:t>mức</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trung</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bình</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khá</a:t>
                      </a:r>
                      <a:r>
                        <a:rPr lang="en-US" sz="1800" b="0" kern="1200" dirty="0">
                          <a:solidFill>
                            <a:schemeClr val="dk1"/>
                          </a:solidFill>
                          <a:effectLst/>
                          <a:latin typeface="Readex Pro" panose="020B0604020202020204" charset="-78"/>
                          <a:ea typeface="+mn-ea"/>
                          <a:cs typeface="Readex Pro" panose="020B0604020202020204" charset="-78"/>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Mô</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hình</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tập</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trung</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vào</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tốc</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độ</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phản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hồi</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ngắn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gọn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hơn</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là</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khả</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năng</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đọc</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hiểu</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các</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tệp</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tài</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liệu</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quá</a:t>
                      </a:r>
                      <a:r>
                        <a:rPr lang="en-US" sz="1800" b="0" kern="1200" dirty="0">
                          <a:solidFill>
                            <a:schemeClr val="dk1"/>
                          </a:solidFill>
                          <a:effectLst/>
                          <a:latin typeface="Readex Pro" panose="020B0604020202020204" charset="-78"/>
                          <a:ea typeface="+mn-ea"/>
                          <a:cs typeface="Readex Pro" panose="020B0604020202020204" charset="-78"/>
                        </a:rPr>
                        <a:t> </a:t>
                      </a:r>
                      <a:r>
                        <a:rPr lang="en-US" sz="1800" b="0" kern="1200" dirty="0" err="1">
                          <a:solidFill>
                            <a:schemeClr val="dk1"/>
                          </a:solidFill>
                          <a:effectLst/>
                          <a:latin typeface="Readex Pro" panose="020B0604020202020204" charset="-78"/>
                          <a:ea typeface="+mn-ea"/>
                          <a:cs typeface="Readex Pro" panose="020B0604020202020204" charset="-78"/>
                        </a:rPr>
                        <a:t>khổ</a:t>
                      </a:r>
                      <a:r>
                        <a:rPr lang="en-US" sz="1800" b="0" kern="1200" dirty="0">
                          <a:solidFill>
                            <a:schemeClr val="dk1"/>
                          </a:solidFill>
                          <a:effectLst/>
                          <a:latin typeface="Readex Pro" panose="020B0604020202020204" charset="-78"/>
                          <a:ea typeface="+mn-ea"/>
                          <a:cs typeface="Readex Pro" panose="020B0604020202020204" charset="-78"/>
                        </a:rPr>
                        <a:t>.</a:t>
                      </a:r>
                    </a:p>
                  </a:txBody>
                  <a:tcPr/>
                </a:tc>
                <a:extLst>
                  <a:ext uri="{0D108BD9-81ED-4DB2-BD59-A6C34878D82A}">
                    <a16:rowId xmlns:a16="http://schemas.microsoft.com/office/drawing/2014/main" val="3400425561"/>
                  </a:ext>
                </a:extLst>
              </a:tr>
            </a:tbl>
          </a:graphicData>
        </a:graphic>
      </p:graphicFrame>
    </p:spTree>
    <p:extLst>
      <p:ext uri="{BB962C8B-B14F-4D97-AF65-F5344CB8AC3E}">
        <p14:creationId xmlns:p14="http://schemas.microsoft.com/office/powerpoint/2010/main" val="4284133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81B8D-BCF0-BD4E-88FC-D34F201A2822}"/>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B48ACDC-4E78-A0E2-F9C4-A6291745838B}"/>
              </a:ext>
            </a:extLst>
          </p:cNvPr>
          <p:cNvGraphicFramePr>
            <a:graphicFrameLocks noGrp="1"/>
          </p:cNvGraphicFramePr>
          <p:nvPr>
            <p:extLst>
              <p:ext uri="{D42A27DB-BD31-4B8C-83A1-F6EECF244321}">
                <p14:modId xmlns:p14="http://schemas.microsoft.com/office/powerpoint/2010/main" val="3026724489"/>
              </p:ext>
            </p:extLst>
          </p:nvPr>
        </p:nvGraphicFramePr>
        <p:xfrm>
          <a:off x="239408" y="179872"/>
          <a:ext cx="11696432" cy="6172291"/>
        </p:xfrm>
        <a:graphic>
          <a:graphicData uri="http://schemas.openxmlformats.org/drawingml/2006/table">
            <a:tbl>
              <a:tblPr firstRow="1" bandRow="1">
                <a:tableStyleId>{5C22544A-7EE6-4342-B048-85BDC9FD1C3A}</a:tableStyleId>
              </a:tblPr>
              <a:tblGrid>
                <a:gridCol w="2924108">
                  <a:extLst>
                    <a:ext uri="{9D8B030D-6E8A-4147-A177-3AD203B41FA5}">
                      <a16:colId xmlns:a16="http://schemas.microsoft.com/office/drawing/2014/main" val="3829500610"/>
                    </a:ext>
                  </a:extLst>
                </a:gridCol>
                <a:gridCol w="2924108">
                  <a:extLst>
                    <a:ext uri="{9D8B030D-6E8A-4147-A177-3AD203B41FA5}">
                      <a16:colId xmlns:a16="http://schemas.microsoft.com/office/drawing/2014/main" val="2782858355"/>
                    </a:ext>
                  </a:extLst>
                </a:gridCol>
                <a:gridCol w="2924108">
                  <a:extLst>
                    <a:ext uri="{9D8B030D-6E8A-4147-A177-3AD203B41FA5}">
                      <a16:colId xmlns:a16="http://schemas.microsoft.com/office/drawing/2014/main" val="3072448875"/>
                    </a:ext>
                  </a:extLst>
                </a:gridCol>
                <a:gridCol w="2924108">
                  <a:extLst>
                    <a:ext uri="{9D8B030D-6E8A-4147-A177-3AD203B41FA5}">
                      <a16:colId xmlns:a16="http://schemas.microsoft.com/office/drawing/2014/main" val="435226850"/>
                    </a:ext>
                  </a:extLst>
                </a:gridCol>
              </a:tblGrid>
              <a:tr h="785961">
                <a:tc>
                  <a:txBody>
                    <a:bodyPr/>
                    <a:lstStyle/>
                    <a:p>
                      <a:pPr algn="just"/>
                      <a:r>
                        <a:rPr lang="en-US" dirty="0" err="1">
                          <a:latin typeface="Readex Pro" panose="020B0604020202020204" charset="-78"/>
                          <a:cs typeface="Readex Pro" panose="020B0604020202020204" charset="-78"/>
                        </a:rPr>
                        <a:t>Tiêu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chí</a:t>
                      </a:r>
                      <a:endParaRPr lang="en-US" dirty="0">
                        <a:latin typeface="Readex Pro" panose="020B0604020202020204" charset="-78"/>
                        <a:cs typeface="Readex Pro" panose="020B0604020202020204" charset="-78"/>
                      </a:endParaRPr>
                    </a:p>
                  </a:txBody>
                  <a:tcPr/>
                </a:tc>
                <a:tc>
                  <a:txBody>
                    <a:bodyPr/>
                    <a:lstStyle/>
                    <a:p>
                      <a:pPr algn="just"/>
                      <a:r>
                        <a:rPr lang="en-US" dirty="0">
                          <a:latin typeface="Readex Pro" panose="020B0604020202020204" charset="-78"/>
                          <a:cs typeface="Readex Pro" panose="020B0604020202020204" charset="-78"/>
                        </a:rPr>
                        <a:t>ChatGPT</a:t>
                      </a:r>
                    </a:p>
                  </a:txBody>
                  <a:tcPr/>
                </a:tc>
                <a:tc>
                  <a:txBody>
                    <a:bodyPr/>
                    <a:lstStyle/>
                    <a:p>
                      <a:pPr algn="just"/>
                      <a:r>
                        <a:rPr lang="en-US" dirty="0">
                          <a:latin typeface="Readex Pro" panose="020B0604020202020204" charset="-78"/>
                          <a:cs typeface="Readex Pro" panose="020B0604020202020204" charset="-78"/>
                        </a:rPr>
                        <a:t>Gemini</a:t>
                      </a:r>
                    </a:p>
                  </a:txBody>
                  <a:tcPr/>
                </a:tc>
                <a:tc>
                  <a:txBody>
                    <a:bodyPr/>
                    <a:lstStyle/>
                    <a:p>
                      <a:pPr algn="just"/>
                      <a:r>
                        <a:rPr lang="en-US" dirty="0">
                          <a:latin typeface="Readex Pro" panose="020B0604020202020204" charset="-78"/>
                          <a:cs typeface="Readex Pro" panose="020B0604020202020204" charset="-78"/>
                        </a:rPr>
                        <a:t>Grok</a:t>
                      </a:r>
                    </a:p>
                  </a:txBody>
                  <a:tcPr/>
                </a:tc>
                <a:extLst>
                  <a:ext uri="{0D108BD9-81ED-4DB2-BD59-A6C34878D82A}">
                    <a16:rowId xmlns:a16="http://schemas.microsoft.com/office/drawing/2014/main" val="2305726188"/>
                  </a:ext>
                </a:extLst>
              </a:tr>
              <a:tr h="3562504">
                <a:tc>
                  <a:txBody>
                    <a:bodyPr/>
                    <a:lstStyle/>
                    <a:p>
                      <a:pPr algn="just"/>
                      <a:r>
                        <a:rPr lang="en-US" dirty="0">
                          <a:latin typeface="Readex Pro" panose="020B0604020202020204" charset="-78"/>
                          <a:cs typeface="Readex Pro" panose="020B0604020202020204" charset="-78"/>
                        </a:rPr>
                        <a:t>3. </a:t>
                      </a:r>
                      <a:r>
                        <a:rPr lang="en-US" sz="1800" kern="1200" dirty="0" err="1">
                          <a:solidFill>
                            <a:schemeClr val="dk1"/>
                          </a:solidFill>
                          <a:effectLst/>
                          <a:latin typeface="Readex Pro" panose="020B0604020202020204" charset="-78"/>
                          <a:ea typeface="+mn-ea"/>
                          <a:cs typeface="Readex Pro" panose="020B0604020202020204" charset="-78"/>
                        </a:rPr>
                        <a:t>Năng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lực</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đa</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phương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thức</a:t>
                      </a:r>
                      <a:endParaRPr lang="en-US" dirty="0">
                        <a:latin typeface="Readex Pro" panose="020B0604020202020204" charset="-78"/>
                        <a:cs typeface="Readex Pro" panose="020B0604020202020204" charset="-78"/>
                      </a:endParaRPr>
                    </a:p>
                  </a:txBody>
                  <a:tcPr/>
                </a:tc>
                <a:tc>
                  <a:txBody>
                    <a:bodyPr/>
                    <a:lstStyle/>
                    <a:p>
                      <a:pPr algn="just"/>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hiểu</a:t>
                      </a:r>
                      <a:r>
                        <a:rPr lang="en-US" dirty="0">
                          <a:latin typeface="Readex Pro" panose="020B0604020202020204" charset="-78"/>
                          <a:cs typeface="Readex Pro" panose="020B0604020202020204" charset="-78"/>
                        </a:rPr>
                        <a:t>:</a:t>
                      </a:r>
                    </a:p>
                    <a:p>
                      <a:pPr algn="just"/>
                      <a:r>
                        <a:rPr lang="en-US" dirty="0">
                          <a:latin typeface="Readex Pro" panose="020B0604020202020204" charset="-78"/>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Xử</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lý</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tốt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hình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tĩnh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nhận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diện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vật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thể</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và</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giải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toán</a:t>
                      </a:r>
                      <a:r>
                        <a:rPr lang="en-US" sz="1800" kern="1200" dirty="0">
                          <a:solidFill>
                            <a:schemeClr val="dk1"/>
                          </a:solidFill>
                          <a:effectLst/>
                          <a:latin typeface="Readex Pro" panose="020B0604020202020204" charset="-78"/>
                          <a:ea typeface="+mn-ea"/>
                          <a:cs typeface="Readex Pro" panose="020B0604020202020204" charset="-78"/>
                        </a:rPr>
                        <a:t> qua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chụp</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tay</a:t>
                      </a:r>
                      <a:r>
                        <a:rPr lang="en-US" sz="1800" kern="1200" dirty="0">
                          <a:solidFill>
                            <a:schemeClr val="dk1"/>
                          </a:solidFill>
                          <a:effectLst/>
                          <a:latin typeface="Readex Pro" panose="020B0604020202020204" charset="-78"/>
                          <a:ea typeface="+mn-ea"/>
                          <a:cs typeface="Readex Pro" panose="020B0604020202020204" charset="-78"/>
                        </a:rPr>
                        <a:t>.</a:t>
                      </a:r>
                    </a:p>
                    <a:p>
                      <a:pPr algn="just"/>
                      <a:endParaRPr lang="en-US" dirty="0">
                        <a:latin typeface="Readex Pro" panose="020B0604020202020204" charset="-78"/>
                        <a:cs typeface="Readex Pro" panose="020B0604020202020204" charset="-78"/>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tạo</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sinh</a:t>
                      </a:r>
                      <a:r>
                        <a:rPr lang="en-US" dirty="0">
                          <a:latin typeface="Readex Pro" panose="020B0604020202020204" charset="-78"/>
                          <a:cs typeface="Readex Pro" panose="020B0604020202020204" charset="-78"/>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Ưu</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tiên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tính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thẩm</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mỹ</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và</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tuân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thủ</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tuyệt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đối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câu</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lệnh</a:t>
                      </a:r>
                      <a:r>
                        <a:rPr lang="en-US" sz="1800" kern="1200" dirty="0">
                          <a:solidFill>
                            <a:schemeClr val="dk1"/>
                          </a:solidFill>
                          <a:effectLst/>
                          <a:latin typeface="Readex Pro" panose="020B0604020202020204" charset="-78"/>
                          <a:ea typeface="+mn-ea"/>
                          <a:cs typeface="Readex Pro" panose="020B0604020202020204" charset="-78"/>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Bộ</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lọc</a:t>
                      </a:r>
                      <a:r>
                        <a:rPr lang="en-US" sz="1800" kern="1200" dirty="0">
                          <a:solidFill>
                            <a:schemeClr val="dk1"/>
                          </a:solidFill>
                          <a:effectLst/>
                          <a:latin typeface="Readex Pro" panose="020B0604020202020204" charset="-78"/>
                          <a:ea typeface="+mn-ea"/>
                          <a:cs typeface="Readex Pro" panose="020B0604020202020204" charset="-78"/>
                        </a:rPr>
                        <a:t> an </a:t>
                      </a:r>
                      <a:r>
                        <a:rPr lang="en-US" sz="1800" kern="1200" dirty="0" err="1">
                          <a:solidFill>
                            <a:schemeClr val="dk1"/>
                          </a:solidFill>
                          <a:effectLst/>
                          <a:latin typeface="Readex Pro" panose="020B0604020202020204" charset="-78"/>
                          <a:ea typeface="+mn-ea"/>
                          <a:cs typeface="Readex Pro" panose="020B0604020202020204" charset="-78"/>
                        </a:rPr>
                        <a:t>toàn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rất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dày</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đặc</a:t>
                      </a:r>
                      <a:r>
                        <a:rPr lang="en-US" sz="1800" kern="1200" dirty="0">
                          <a:solidFill>
                            <a:schemeClr val="dk1"/>
                          </a:solidFill>
                          <a:effectLst/>
                          <a:latin typeface="Readex Pro" panose="020B0604020202020204" charset="-78"/>
                          <a:ea typeface="+mn-ea"/>
                          <a:cs typeface="Readex Pro" panose="020B0604020202020204" charset="-78"/>
                        </a:rPr>
                        <a:t>.</a:t>
                      </a:r>
                    </a:p>
                  </a:txBody>
                  <a:tcPr/>
                </a:tc>
                <a:tc>
                  <a:txBody>
                    <a:bodyPr/>
                    <a:lstStyle/>
                    <a:p>
                      <a:pPr algn="just"/>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hiểu</a:t>
                      </a:r>
                      <a:r>
                        <a:rPr lang="en-US" dirty="0">
                          <a:latin typeface="Readex Pro" panose="020B0604020202020204" charset="-78"/>
                          <a:cs typeface="Readex Pro" panose="020B0604020202020204" charset="-78"/>
                        </a:rPr>
                        <a:t>: </a:t>
                      </a:r>
                      <a:endParaRPr lang="en-US" sz="1800" kern="1200" dirty="0">
                        <a:solidFill>
                          <a:schemeClr val="dk1"/>
                        </a:solidFill>
                        <a:effectLst/>
                        <a:latin typeface="Readex Pro" panose="020B0604020202020204" charset="-78"/>
                        <a:ea typeface="+mn-ea"/>
                        <a:cs typeface="Readex Pro" panose="020B0604020202020204" charset="-78"/>
                      </a:endParaRPr>
                    </a:p>
                    <a:p>
                      <a:pPr algn="just"/>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Dẫn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đầu</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về</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khả</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năng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phân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tích</a:t>
                      </a:r>
                      <a:r>
                        <a:rPr lang="en-US" sz="1800" kern="1200" dirty="0">
                          <a:solidFill>
                            <a:schemeClr val="dk1"/>
                          </a:solidFill>
                          <a:effectLst/>
                          <a:latin typeface="Readex Pro" panose="020B0604020202020204" charset="-78"/>
                          <a:ea typeface="+mn-ea"/>
                          <a:cs typeface="Readex Pro" panose="020B0604020202020204" charset="-78"/>
                        </a:rPr>
                        <a:t> video.</a:t>
                      </a:r>
                    </a:p>
                    <a:p>
                      <a:pPr algn="just"/>
                      <a:endParaRPr lang="en-US" dirty="0">
                        <a:latin typeface="Readex Pro" panose="020B0604020202020204" charset="-78"/>
                        <a:cs typeface="Readex Pro" panose="020B0604020202020204" charset="-78"/>
                      </a:endParaRPr>
                    </a:p>
                    <a:p>
                      <a:pPr algn="just"/>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tạo</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sinh</a:t>
                      </a:r>
                      <a:r>
                        <a:rPr lang="en-US" dirty="0">
                          <a:latin typeface="Readex Pro" panose="020B0604020202020204" charset="-78"/>
                          <a:cs typeface="Readex Pro" panose="020B0604020202020204" charset="-78"/>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Tạo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ra</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hình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có</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độ</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chân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thực</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cao</a:t>
                      </a:r>
                      <a:r>
                        <a:rPr lang="en-US" sz="1800" kern="1200" dirty="0">
                          <a:solidFill>
                            <a:schemeClr val="dk1"/>
                          </a:solidFill>
                          <a:effectLst/>
                          <a:latin typeface="Readex Pro" panose="020B0604020202020204" charset="-78"/>
                          <a:ea typeface="+mn-ea"/>
                          <a:cs typeface="Readex Pro" panose="020B0604020202020204" charset="-78"/>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Cực</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kỳ</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thận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trọng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trong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việc</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tạo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người</a:t>
                      </a:r>
                      <a:r>
                        <a:rPr lang="en-US" sz="1800" kern="1200" dirty="0">
                          <a:solidFill>
                            <a:schemeClr val="dk1"/>
                          </a:solidFill>
                          <a:effectLst/>
                          <a:latin typeface="Readex Pro" panose="020B0604020202020204" charset="-78"/>
                          <a:ea typeface="+mn-ea"/>
                          <a:cs typeface="Readex Pro" panose="020B0604020202020204" charset="-78"/>
                        </a:rPr>
                        <a:t> do </a:t>
                      </a:r>
                      <a:r>
                        <a:rPr lang="en-US" sz="1800" kern="1200" dirty="0" err="1">
                          <a:solidFill>
                            <a:schemeClr val="dk1"/>
                          </a:solidFill>
                          <a:effectLst/>
                          <a:latin typeface="Readex Pro" panose="020B0604020202020204" charset="-78"/>
                          <a:ea typeface="+mn-ea"/>
                          <a:cs typeface="Readex Pro" panose="020B0604020202020204" charset="-78"/>
                        </a:rPr>
                        <a:t>các</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sự</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cố</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về</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thiên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kiến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lịch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sử</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trong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quá</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khứ</a:t>
                      </a:r>
                      <a:r>
                        <a:rPr lang="en-US" sz="1800" kern="1200" dirty="0">
                          <a:solidFill>
                            <a:schemeClr val="dk1"/>
                          </a:solidFill>
                          <a:effectLst/>
                          <a:latin typeface="Readex Pro" panose="020B0604020202020204" charset="-78"/>
                          <a:ea typeface="+mn-ea"/>
                          <a:cs typeface="Readex Pro" panose="020B0604020202020204" charset="-78"/>
                        </a:rPr>
                        <a:t>.</a:t>
                      </a:r>
                    </a:p>
                  </a:txBody>
                  <a:tcPr/>
                </a:tc>
                <a:tc>
                  <a:txBody>
                    <a:bodyPr/>
                    <a:lstStyle/>
                    <a:p>
                      <a:pPr algn="just"/>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hiểu</a:t>
                      </a:r>
                      <a:r>
                        <a:rPr lang="en-US" dirty="0">
                          <a:latin typeface="Readex Pro" panose="020B0604020202020204" charset="-78"/>
                          <a:cs typeface="Readex Pro" panose="020B0604020202020204" charset="-78"/>
                        </a:rPr>
                        <a:t>: </a:t>
                      </a:r>
                      <a:endParaRPr lang="en-US" sz="1800" kern="1200" dirty="0">
                        <a:solidFill>
                          <a:schemeClr val="dk1"/>
                        </a:solidFill>
                        <a:effectLst/>
                        <a:latin typeface="Readex Pro" panose="020B0604020202020204" charset="-78"/>
                        <a:ea typeface="+mn-ea"/>
                        <a:cs typeface="Readex Pro" panose="020B0604020202020204" charset="-78"/>
                      </a:endParaRPr>
                    </a:p>
                    <a:p>
                      <a:pPr algn="just"/>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Xử</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lý</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tốt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hình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tĩnh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nhận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diện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vật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thể</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và</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giải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toán</a:t>
                      </a:r>
                      <a:r>
                        <a:rPr lang="en-US" sz="1800" kern="1200" dirty="0">
                          <a:solidFill>
                            <a:schemeClr val="dk1"/>
                          </a:solidFill>
                          <a:effectLst/>
                          <a:latin typeface="Readex Pro" panose="020B0604020202020204" charset="-78"/>
                          <a:ea typeface="+mn-ea"/>
                          <a:cs typeface="Readex Pro" panose="020B0604020202020204" charset="-78"/>
                        </a:rPr>
                        <a:t> qua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chụp</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tay</a:t>
                      </a:r>
                      <a:r>
                        <a:rPr lang="en-US" sz="1800" kern="1200" dirty="0">
                          <a:solidFill>
                            <a:schemeClr val="dk1"/>
                          </a:solidFill>
                          <a:effectLst/>
                          <a:latin typeface="Readex Pro" panose="020B0604020202020204" charset="-78"/>
                          <a:ea typeface="+mn-ea"/>
                          <a:cs typeface="Readex Pro" panose="020B0604020202020204" charset="-78"/>
                        </a:rPr>
                        <a:t>.</a:t>
                      </a:r>
                    </a:p>
                    <a:p>
                      <a:pPr algn="just"/>
                      <a:endParaRPr lang="en-US" dirty="0">
                        <a:latin typeface="Readex Pro" panose="020B0604020202020204" charset="-78"/>
                        <a:cs typeface="Readex Pro" panose="020B0604020202020204" charset="-78"/>
                      </a:endParaRPr>
                    </a:p>
                    <a:p>
                      <a:pPr algn="just"/>
                      <a:r>
                        <a:rPr lang="en-US" dirty="0" err="1">
                          <a:latin typeface="Readex Pro" panose="020B0604020202020204" charset="-78"/>
                          <a:cs typeface="Readex Pro" panose="020B0604020202020204" charset="-78"/>
                        </a:rPr>
                        <a:t>Khả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tạo</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sinh</a:t>
                      </a:r>
                      <a:r>
                        <a:rPr lang="en-US" dirty="0">
                          <a:latin typeface="Readex Pro" panose="020B0604020202020204" charset="-78"/>
                          <a:cs typeface="Readex Pro" panose="020B0604020202020204" charset="-78"/>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Readex Pro" panose="020B0604020202020204" charset="-78"/>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Sử</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dụng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mô</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hình</a:t>
                      </a:r>
                      <a:r>
                        <a:rPr lang="en-US" sz="1800" kern="1200" dirty="0">
                          <a:solidFill>
                            <a:schemeClr val="dk1"/>
                          </a:solidFill>
                          <a:effectLst/>
                          <a:latin typeface="Readex Pro" panose="020B0604020202020204" charset="-78"/>
                          <a:ea typeface="+mn-ea"/>
                          <a:cs typeface="Readex Pro" panose="020B0604020202020204" charset="-78"/>
                        </a:rPr>
                        <a:t> Flux, Grok </a:t>
                      </a:r>
                      <a:r>
                        <a:rPr lang="en-US" sz="1800" kern="1200" dirty="0" err="1">
                          <a:solidFill>
                            <a:schemeClr val="dk1"/>
                          </a:solidFill>
                          <a:effectLst/>
                          <a:latin typeface="Readex Pro" panose="020B0604020202020204" charset="-78"/>
                          <a:ea typeface="+mn-ea"/>
                          <a:cs typeface="Readex Pro" panose="020B0604020202020204" charset="-78"/>
                        </a:rPr>
                        <a:t>cho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phép</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tạo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ra</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hình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ảnh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có</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độ</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tự</a:t>
                      </a:r>
                      <a:r>
                        <a:rPr lang="en-US" sz="1800" kern="1200" dirty="0">
                          <a:solidFill>
                            <a:schemeClr val="dk1"/>
                          </a:solidFill>
                          <a:effectLst/>
                          <a:latin typeface="Readex Pro" panose="020B0604020202020204" charset="-78"/>
                          <a:ea typeface="+mn-ea"/>
                          <a:cs typeface="Readex Pro" panose="020B0604020202020204" charset="-78"/>
                        </a:rPr>
                        <a:t> do </a:t>
                      </a:r>
                      <a:r>
                        <a:rPr lang="en-US" sz="1800" kern="1200" dirty="0" err="1">
                          <a:solidFill>
                            <a:schemeClr val="dk1"/>
                          </a:solidFill>
                          <a:effectLst/>
                          <a:latin typeface="Readex Pro" panose="020B0604020202020204" charset="-78"/>
                          <a:ea typeface="+mn-ea"/>
                          <a:cs typeface="Readex Pro" panose="020B0604020202020204" charset="-78"/>
                        </a:rPr>
                        <a:t>cao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ít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kiểm</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duyệt</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nhưng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cũng</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gây</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tranh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cãi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về</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đạo</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đức</a:t>
                      </a:r>
                      <a:r>
                        <a:rPr lang="en-US" sz="1800" kern="1200" dirty="0">
                          <a:solidFill>
                            <a:schemeClr val="dk1"/>
                          </a:solidFill>
                          <a:effectLst/>
                          <a:latin typeface="Readex Pro" panose="020B0604020202020204" charset="-78"/>
                          <a:ea typeface="+mn-ea"/>
                          <a:cs typeface="Readex Pro" panose="020B0604020202020204" charset="-78"/>
                        </a:rPr>
                        <a:t> (deepfake).</a:t>
                      </a:r>
                    </a:p>
                  </a:txBody>
                  <a:tcPr/>
                </a:tc>
                <a:extLst>
                  <a:ext uri="{0D108BD9-81ED-4DB2-BD59-A6C34878D82A}">
                    <a16:rowId xmlns:a16="http://schemas.microsoft.com/office/drawing/2014/main" val="3599098218"/>
                  </a:ext>
                </a:extLst>
              </a:tr>
              <a:tr h="1823826">
                <a:tc>
                  <a:txBody>
                    <a:bodyPr/>
                    <a:lstStyle/>
                    <a:p>
                      <a:pPr algn="just"/>
                      <a:r>
                        <a:rPr lang="en-US" dirty="0">
                          <a:latin typeface="Readex Pro" panose="020B0604020202020204" charset="-78"/>
                          <a:cs typeface="Readex Pro" panose="020B0604020202020204" charset="-78"/>
                        </a:rPr>
                        <a:t>4. </a:t>
                      </a:r>
                      <a:r>
                        <a:rPr lang="en-US" sz="1800" kern="1200" dirty="0">
                          <a:solidFill>
                            <a:schemeClr val="dk1"/>
                          </a:solidFill>
                          <a:effectLst/>
                          <a:latin typeface="Readex Pro" panose="020B0604020202020204" charset="-78"/>
                          <a:ea typeface="+mn-ea"/>
                          <a:cs typeface="Readex Pro" panose="020B0604020202020204" charset="-78"/>
                        </a:rPr>
                        <a:t>Phong </a:t>
                      </a:r>
                      <a:r>
                        <a:rPr lang="en-US" sz="1800" kern="1200" dirty="0" err="1">
                          <a:solidFill>
                            <a:schemeClr val="dk1"/>
                          </a:solidFill>
                          <a:effectLst/>
                          <a:latin typeface="Readex Pro" panose="020B0604020202020204" charset="-78"/>
                          <a:ea typeface="+mn-ea"/>
                          <a:cs typeface="Readex Pro" panose="020B0604020202020204" charset="-78"/>
                        </a:rPr>
                        <a:t>cách</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phản</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hồi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và</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trải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nghiệm</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người</a:t>
                      </a:r>
                      <a:r>
                        <a:rPr lang="en-US" sz="1800" kern="1200" dirty="0">
                          <a:solidFill>
                            <a:schemeClr val="dk1"/>
                          </a:solidFill>
                          <a:effectLst/>
                          <a:latin typeface="Readex Pro" panose="020B0604020202020204" charset="-78"/>
                          <a:ea typeface="+mn-ea"/>
                          <a:cs typeface="Readex Pro" panose="020B0604020202020204" charset="-78"/>
                        </a:rPr>
                        <a:t> </a:t>
                      </a:r>
                      <a:r>
                        <a:rPr lang="en-US" sz="1800" kern="1200" dirty="0" err="1">
                          <a:solidFill>
                            <a:schemeClr val="dk1"/>
                          </a:solidFill>
                          <a:effectLst/>
                          <a:latin typeface="Readex Pro" panose="020B0604020202020204" charset="-78"/>
                          <a:ea typeface="+mn-ea"/>
                          <a:cs typeface="Readex Pro" panose="020B0604020202020204" charset="-78"/>
                        </a:rPr>
                        <a:t>dùng</a:t>
                      </a:r>
                      <a:endParaRPr lang="en-US" dirty="0">
                        <a:latin typeface="Readex Pro" panose="020B0604020202020204" charset="-78"/>
                        <a:cs typeface="Readex Pro" panose="020B0604020202020204" charset="-78"/>
                      </a:endParaRPr>
                    </a:p>
                  </a:txBody>
                  <a:tcPr/>
                </a:tc>
                <a:tc>
                  <a:txBody>
                    <a:bodyPr/>
                    <a:lstStyle/>
                    <a:p>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Văn phong trung lập, khách quan, an toàn.</a:t>
                      </a:r>
                    </a:p>
                    <a:p>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Câu trả lời gãy gọn, phù hợp môi trường công sở và học thuật.</a:t>
                      </a:r>
                    </a:p>
                  </a:txBody>
                  <a:tcPr/>
                </a:tc>
                <a:tc>
                  <a:txBody>
                    <a:bodyPr/>
                    <a:lstStyle/>
                    <a:p>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Giải thích chi tiết, tính năng Show drafts cho 3 phương án trả lời.</a:t>
                      </a:r>
                    </a:p>
                    <a:p>
                      <a:r>
                        <a:rPr lang="en-US" b="0"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Tích hợp Google Docs và Gmail, tạo trải nghiệm làm việc liên tục</a:t>
                      </a:r>
                      <a:r>
                        <a:rPr lang="vi-VN" dirty="0">
                          <a:latin typeface="Readex Pro" panose="020B0604020202020204" charset="-78"/>
                          <a:cs typeface="Readex Pro" panose="020B0604020202020204" charset="-78"/>
                        </a:rPr>
                        <a:t>.</a:t>
                      </a:r>
                    </a:p>
                  </a:txBody>
                  <a:tcPr/>
                </a:tc>
                <a:tc>
                  <a:txBody>
                    <a:bodyPr/>
                    <a:lstStyle/>
                    <a:p>
                      <a:r>
                        <a:rPr lang="en-US"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Fun</a:t>
                      </a:r>
                      <a:r>
                        <a:rPr lang="vi-VN" b="1" dirty="0">
                          <a:latin typeface="Readex Pro" panose="020B0604020202020204" charset="-78"/>
                          <a:cs typeface="Readex Pro" panose="020B0604020202020204" charset="-78"/>
                        </a:rPr>
                        <a:t> </a:t>
                      </a:r>
                      <a:r>
                        <a:rPr lang="vi-VN" b="0" dirty="0">
                          <a:latin typeface="Readex Pro" panose="020B0604020202020204" charset="-78"/>
                          <a:cs typeface="Readex Pro" panose="020B0604020202020204" charset="-78"/>
                        </a:rPr>
                        <a:t>Mode</a:t>
                      </a:r>
                      <a:r>
                        <a:rPr lang="en-US" b="0" dirty="0">
                          <a:latin typeface="Readex Pro" panose="020B0604020202020204" charset="-78"/>
                          <a:cs typeface="Readex Pro" panose="020B0604020202020204" charset="-78"/>
                        </a:rPr>
                        <a:t>”</a:t>
                      </a:r>
                      <a:r>
                        <a:rPr lang="vi-VN" dirty="0">
                          <a:latin typeface="Readex Pro" panose="020B0604020202020204" charset="-78"/>
                          <a:cs typeface="Readex Pro" panose="020B0604020202020204" charset="-78"/>
                        </a:rPr>
                        <a:t> dùng ngôn ngữ châm biếm, tiếng lóng</a:t>
                      </a:r>
                      <a:r>
                        <a:rPr lang="en-US" dirty="0">
                          <a:latin typeface="Readex Pro" panose="020B0604020202020204" charset="-78"/>
                          <a:cs typeface="Readex Pro" panose="020B0604020202020204" charset="-78"/>
                        </a:rPr>
                        <a:t>.</a:t>
                      </a:r>
                      <a:endParaRPr lang="vi-VN" dirty="0">
                        <a:latin typeface="Readex Pro" panose="020B0604020202020204" charset="-78"/>
                        <a:cs typeface="Readex Pro" panose="020B0604020202020204" charset="-78"/>
                      </a:endParaRPr>
                    </a:p>
                    <a:p>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Hấp dẫn người trẻ (Gen Z), nhưng không phù hợp báo cáo nghiêm túc.</a:t>
                      </a:r>
                    </a:p>
                  </a:txBody>
                  <a:tcPr/>
                </a:tc>
                <a:extLst>
                  <a:ext uri="{0D108BD9-81ED-4DB2-BD59-A6C34878D82A}">
                    <a16:rowId xmlns:a16="http://schemas.microsoft.com/office/drawing/2014/main" val="2169893050"/>
                  </a:ext>
                </a:extLst>
              </a:tr>
            </a:tbl>
          </a:graphicData>
        </a:graphic>
      </p:graphicFrame>
    </p:spTree>
    <p:extLst>
      <p:ext uri="{BB962C8B-B14F-4D97-AF65-F5344CB8AC3E}">
        <p14:creationId xmlns:p14="http://schemas.microsoft.com/office/powerpoint/2010/main" val="510499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7618-F6E4-D664-3729-C34C803D3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0FF6A-0AF6-5F24-7DF3-E9CB4016574F}"/>
              </a:ext>
            </a:extLst>
          </p:cNvPr>
          <p:cNvSpPr>
            <a:spLocks noGrp="1"/>
          </p:cNvSpPr>
          <p:nvPr>
            <p:ph type="ctrTitle"/>
          </p:nvPr>
        </p:nvSpPr>
        <p:spPr>
          <a:xfrm>
            <a:off x="1443567" y="1773238"/>
            <a:ext cx="10029565" cy="1655762"/>
          </a:xfrm>
        </p:spPr>
        <p:txBody>
          <a:bodyPr/>
          <a:lstStyle/>
          <a:p>
            <a:r>
              <a:rPr lang="en-US" dirty="0"/>
              <a:t>4. Video </a:t>
            </a:r>
            <a:r>
              <a:rPr lang="en-US" dirty="0" err="1"/>
              <a:t>minh</a:t>
            </a:r>
            <a:r>
              <a:rPr lang="en-US" dirty="0"/>
              <a:t> </a:t>
            </a:r>
            <a:r>
              <a:rPr lang="en-US" dirty="0" err="1"/>
              <a:t>họa</a:t>
            </a:r>
            <a:r>
              <a:rPr lang="en-US" dirty="0"/>
              <a:t> </a:t>
            </a:r>
            <a:r>
              <a:rPr lang="en-US" dirty="0" err="1"/>
              <a:t>các</a:t>
            </a:r>
            <a:r>
              <a:rPr lang="en-US" dirty="0"/>
              <a:t> </a:t>
            </a:r>
            <a:r>
              <a:rPr lang="en-US" dirty="0" err="1"/>
              <a:t>công</a:t>
            </a:r>
            <a:r>
              <a:rPr lang="en-US" dirty="0"/>
              <a:t> </a:t>
            </a:r>
            <a:r>
              <a:rPr lang="en-US" dirty="0" err="1"/>
              <a:t>cụ</a:t>
            </a:r>
            <a:r>
              <a:rPr lang="en-US" dirty="0"/>
              <a:t> Chatbot AI</a:t>
            </a:r>
          </a:p>
        </p:txBody>
      </p:sp>
    </p:spTree>
    <p:extLst>
      <p:ext uri="{BB962C8B-B14F-4D97-AF65-F5344CB8AC3E}">
        <p14:creationId xmlns:p14="http://schemas.microsoft.com/office/powerpoint/2010/main" val="128236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So sánh các Chatbot AI">
            <a:hlinkClick r:id="" action="ppaction://media"/>
            <a:extLst>
              <a:ext uri="{FF2B5EF4-FFF2-40B4-BE49-F238E27FC236}">
                <a16:creationId xmlns:a16="http://schemas.microsoft.com/office/drawing/2014/main" id="{26AE56B1-D182-F01D-571A-04F711262010}"/>
              </a:ext>
            </a:extLst>
          </p:cNvPr>
          <p:cNvPicPr>
            <a:picLocks noGrp="1" noRot="1" noChangeAspect="1"/>
          </p:cNvPicPr>
          <p:nvPr>
            <p:ph idx="1"/>
            <a:videoFile r:link="rId1"/>
          </p:nvPr>
        </p:nvPicPr>
        <p:blipFill>
          <a:blip r:embed="rId3"/>
          <a:stretch>
            <a:fillRect/>
          </a:stretch>
        </p:blipFill>
        <p:spPr>
          <a:xfrm>
            <a:off x="1090647" y="457200"/>
            <a:ext cx="10010705" cy="5651770"/>
          </a:xfrm>
          <a:prstGeom prst="rect">
            <a:avLst/>
          </a:prstGeom>
        </p:spPr>
      </p:pic>
    </p:spTree>
    <p:extLst>
      <p:ext uri="{BB962C8B-B14F-4D97-AF65-F5344CB8AC3E}">
        <p14:creationId xmlns:p14="http://schemas.microsoft.com/office/powerpoint/2010/main" val="186557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FC4AC-F635-A4CF-1392-F9A158703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F709E-FB31-A303-6089-1BE1EE7BB659}"/>
              </a:ext>
            </a:extLst>
          </p:cNvPr>
          <p:cNvSpPr>
            <a:spLocks noGrp="1"/>
          </p:cNvSpPr>
          <p:nvPr>
            <p:ph type="ctrTitle"/>
          </p:nvPr>
        </p:nvSpPr>
        <p:spPr>
          <a:xfrm>
            <a:off x="1482479" y="2337442"/>
            <a:ext cx="4821046" cy="1655762"/>
          </a:xfrm>
        </p:spPr>
        <p:txBody>
          <a:bodyPr/>
          <a:lstStyle/>
          <a:p>
            <a:r>
              <a:rPr lang="en-US" dirty="0"/>
              <a:t>5. </a:t>
            </a:r>
            <a:r>
              <a:rPr lang="en-US" dirty="0" err="1"/>
              <a:t>Những</a:t>
            </a:r>
            <a:r>
              <a:rPr lang="en-US" dirty="0"/>
              <a:t> </a:t>
            </a:r>
            <a:r>
              <a:rPr lang="en-US" dirty="0" err="1"/>
              <a:t>hiểu</a:t>
            </a:r>
            <a:r>
              <a:rPr lang="en-US" dirty="0"/>
              <a:t> </a:t>
            </a:r>
            <a:r>
              <a:rPr lang="en-US" dirty="0" err="1"/>
              <a:t>biết</a:t>
            </a:r>
            <a:br>
              <a:rPr lang="en-US" dirty="0"/>
            </a:br>
            <a:r>
              <a:rPr lang="en-US" dirty="0" err="1"/>
              <a:t>về</a:t>
            </a:r>
            <a:r>
              <a:rPr lang="en-US" dirty="0"/>
              <a:t> </a:t>
            </a:r>
            <a:r>
              <a:rPr lang="en-US" dirty="0" err="1"/>
              <a:t>bảo</a:t>
            </a:r>
            <a:r>
              <a:rPr lang="en-US" dirty="0"/>
              <a:t> </a:t>
            </a:r>
            <a:r>
              <a:rPr lang="en-US" dirty="0" err="1"/>
              <a:t>mật</a:t>
            </a:r>
            <a:endParaRPr lang="en-US" dirty="0"/>
          </a:p>
        </p:txBody>
      </p:sp>
      <p:pic>
        <p:nvPicPr>
          <p:cNvPr id="6" name="Picture 5">
            <a:extLst>
              <a:ext uri="{FF2B5EF4-FFF2-40B4-BE49-F238E27FC236}">
                <a16:creationId xmlns:a16="http://schemas.microsoft.com/office/drawing/2014/main" id="{14189F3A-4BB6-DB6C-7238-2DD4C207BB62}"/>
              </a:ext>
            </a:extLst>
          </p:cNvPr>
          <p:cNvPicPr>
            <a:picLocks noChangeAspect="1"/>
          </p:cNvPicPr>
          <p:nvPr/>
        </p:nvPicPr>
        <p:blipFill>
          <a:blip r:embed="rId2"/>
          <a:stretch>
            <a:fillRect/>
          </a:stretch>
        </p:blipFill>
        <p:spPr>
          <a:xfrm>
            <a:off x="6303525" y="1919854"/>
            <a:ext cx="5059561" cy="315728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08303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08C54D-88F0-1C25-D7B2-0473274C3841}"/>
              </a:ext>
            </a:extLst>
          </p:cNvPr>
          <p:cNvSpPr>
            <a:spLocks noGrp="1"/>
          </p:cNvSpPr>
          <p:nvPr>
            <p:ph type="title"/>
          </p:nvPr>
        </p:nvSpPr>
        <p:spPr/>
        <p:txBody>
          <a:bodyPr>
            <a:normAutofit/>
          </a:bodyPr>
          <a:lstStyle/>
          <a:p>
            <a:r>
              <a:rPr lang="en-US" sz="3400" dirty="0" err="1"/>
              <a:t>Những</a:t>
            </a:r>
            <a:r>
              <a:rPr lang="en-US" sz="3400" dirty="0"/>
              <a:t> </a:t>
            </a:r>
            <a:r>
              <a:rPr lang="en-US" sz="3400" dirty="0" err="1"/>
              <a:t>rủi</a:t>
            </a:r>
            <a:r>
              <a:rPr lang="en-US" sz="3400" dirty="0"/>
              <a:t> </a:t>
            </a:r>
            <a:r>
              <a:rPr lang="en-US" sz="3400" dirty="0" err="1"/>
              <a:t>ro</a:t>
            </a:r>
            <a:r>
              <a:rPr lang="en-US" sz="3400" dirty="0"/>
              <a:t> </a:t>
            </a:r>
            <a:r>
              <a:rPr lang="en-US" sz="3400" dirty="0" err="1"/>
              <a:t>chung</a:t>
            </a:r>
            <a:r>
              <a:rPr lang="en-US" sz="3400" dirty="0"/>
              <a:t> </a:t>
            </a:r>
            <a:r>
              <a:rPr lang="en-US" sz="3400" dirty="0" err="1"/>
              <a:t>đối</a:t>
            </a:r>
            <a:r>
              <a:rPr lang="en-US" sz="3400" dirty="0"/>
              <a:t> </a:t>
            </a:r>
            <a:r>
              <a:rPr lang="en-US" sz="3400" dirty="0" err="1"/>
              <a:t>với</a:t>
            </a:r>
            <a:r>
              <a:rPr lang="en-US" sz="3400" dirty="0"/>
              <a:t> ChatGPT, Gemini, Grok</a:t>
            </a:r>
          </a:p>
        </p:txBody>
      </p:sp>
      <p:sp>
        <p:nvSpPr>
          <p:cNvPr id="5" name="Content Placeholder 4">
            <a:extLst>
              <a:ext uri="{FF2B5EF4-FFF2-40B4-BE49-F238E27FC236}">
                <a16:creationId xmlns:a16="http://schemas.microsoft.com/office/drawing/2014/main" id="{4F65E5C1-7F22-6731-2664-D5C79F869F32}"/>
              </a:ext>
            </a:extLst>
          </p:cNvPr>
          <p:cNvSpPr>
            <a:spLocks noGrp="1"/>
          </p:cNvSpPr>
          <p:nvPr>
            <p:ph idx="1"/>
          </p:nvPr>
        </p:nvSpPr>
        <p:spPr>
          <a:xfrm>
            <a:off x="838200" y="1247742"/>
            <a:ext cx="10515600" cy="5279518"/>
          </a:xfrm>
        </p:spPr>
        <p:txBody>
          <a:bodyPr>
            <a:normAutofit fontScale="92500"/>
          </a:bodyPr>
          <a:lstStyle/>
          <a:p>
            <a:pPr marL="342900" indent="-342900">
              <a:buFont typeface="Arial" panose="020B0604020202020204" pitchFamily="34" charset="0"/>
              <a:buChar char="•"/>
            </a:pPr>
            <a:r>
              <a:rPr lang="vi-VN" b="1" dirty="0"/>
              <a:t>Dữ liệu nhạy cảm dễ bị lộ</a:t>
            </a:r>
            <a:r>
              <a:rPr lang="en-US" b="1" dirty="0"/>
              <a:t>: </a:t>
            </a:r>
            <a:r>
              <a:rPr lang="vi-VN" dirty="0"/>
              <a:t>chatbot AI luôn khuyến cáo không nhập thông tin nhạy cảm như dữ liệu cá nhân, mật khẩu, bí mật công ty,</a:t>
            </a:r>
            <a:r>
              <a:rPr lang="en-US" dirty="0"/>
              <a:t> </a:t>
            </a:r>
            <a:r>
              <a:rPr lang="vi-VN" dirty="0"/>
              <a:t>mã nguồn…</a:t>
            </a:r>
            <a:r>
              <a:rPr lang="en-US" dirty="0"/>
              <a:t> </a:t>
            </a:r>
            <a:r>
              <a:rPr lang="vi-VN" dirty="0"/>
              <a:t>Nếu những dữ liệu này bị lưu hoặc rò rỉ, hậu quả có thể rất nghiêm trọng.</a:t>
            </a:r>
          </a:p>
          <a:p>
            <a:pPr marL="342900" indent="-342900">
              <a:buFont typeface="Arial" panose="020B0604020202020204" pitchFamily="34" charset="0"/>
              <a:buChar char="•"/>
            </a:pPr>
            <a:r>
              <a:rPr lang="vi-VN" b="1" dirty="0"/>
              <a:t>Lịch sử trò chuyện có thể được lưu &amp; sử dụng để huấn luyện</a:t>
            </a:r>
            <a:r>
              <a:rPr lang="en-US" b="1" dirty="0"/>
              <a:t>: </a:t>
            </a:r>
            <a:r>
              <a:rPr lang="en-US" dirty="0"/>
              <a:t>n</a:t>
            </a:r>
            <a:r>
              <a:rPr lang="vi-VN" dirty="0"/>
              <a:t>hiều dịch vụ lưu nội dung trò chuyện để cải thiện mô hình hoặc để kiểm duyệt</a:t>
            </a:r>
            <a:r>
              <a:rPr lang="en-US" dirty="0"/>
              <a:t>. V</a:t>
            </a:r>
            <a:r>
              <a:rPr lang="vi-VN" dirty="0"/>
              <a:t>ì vậy</a:t>
            </a:r>
            <a:r>
              <a:rPr lang="en-US" dirty="0"/>
              <a:t> </a:t>
            </a:r>
            <a:r>
              <a:rPr lang="en-US" dirty="0" err="1"/>
              <a:t>cuộc</a:t>
            </a:r>
            <a:r>
              <a:rPr lang="vi-VN" dirty="0"/>
              <a:t> </a:t>
            </a:r>
            <a:r>
              <a:rPr lang="en-US" dirty="0" err="1"/>
              <a:t>trò</a:t>
            </a:r>
            <a:r>
              <a:rPr lang="en-US" dirty="0"/>
              <a:t> </a:t>
            </a:r>
            <a:r>
              <a:rPr lang="en-US" dirty="0" err="1"/>
              <a:t>chuyện</a:t>
            </a:r>
            <a:r>
              <a:rPr lang="vi-VN" dirty="0"/>
              <a:t> không biến mất sau khi đóng cửa sổ chat.</a:t>
            </a:r>
          </a:p>
          <a:p>
            <a:pPr marL="342900" indent="-342900">
              <a:buFont typeface="Arial" panose="020B0604020202020204" pitchFamily="34" charset="0"/>
              <a:buChar char="•"/>
            </a:pPr>
            <a:r>
              <a:rPr lang="vi-VN" b="1" dirty="0"/>
              <a:t>Nguy cơ bị tấn công &amp; rò rỉ dữ liệu</a:t>
            </a:r>
            <a:r>
              <a:rPr lang="en-US" b="1" dirty="0"/>
              <a:t>: </a:t>
            </a:r>
            <a:r>
              <a:rPr lang="en-US" dirty="0"/>
              <a:t>c</a:t>
            </a:r>
            <a:r>
              <a:rPr lang="vi-VN" dirty="0"/>
              <a:t>hatbot AI vận hành trên hệ thống trực tuyến, vì thế chúng có thể trở thành mục tiêu tấn công.</a:t>
            </a:r>
            <a:r>
              <a:rPr lang="en-US" dirty="0"/>
              <a:t> </a:t>
            </a:r>
            <a:r>
              <a:rPr lang="vi-VN" dirty="0"/>
              <a:t>Nếu server hoặc kho lưu trữ bị xâm nhập, dữ liệu người dùng có thể bị đánh cắp.</a:t>
            </a:r>
            <a:endParaRPr lang="en-US" dirty="0"/>
          </a:p>
          <a:p>
            <a:pPr marL="342900" indent="-342900">
              <a:buFont typeface="Arial" panose="020B0604020202020204" pitchFamily="34" charset="0"/>
              <a:buChar char="•"/>
            </a:pPr>
            <a:r>
              <a:rPr lang="vi-VN" b="1" dirty="0"/>
              <a:t>Thiếu minh bạch &amp; rủi ro pháp lý</a:t>
            </a:r>
            <a:r>
              <a:rPr lang="en-US" b="1" dirty="0"/>
              <a:t>: </a:t>
            </a:r>
            <a:r>
              <a:rPr lang="en-US" dirty="0"/>
              <a:t>c</a:t>
            </a:r>
            <a:r>
              <a:rPr lang="vi-VN" dirty="0"/>
              <a:t>ông nghệ AI còn mới, quy định bảo mật chưa hoàn thiện.</a:t>
            </a:r>
            <a:r>
              <a:rPr lang="en-US" dirty="0"/>
              <a:t> </a:t>
            </a:r>
            <a:r>
              <a:rPr lang="vi-VN" dirty="0"/>
              <a:t>Cách AI lưu, chia sẻ hoặc xử lý dữ liệu giữa các quốc gia còn nhiều lỗ hổng — đặc biệt ở những nơi không có luật bảo vệ dữ liệu mạnh.</a:t>
            </a:r>
          </a:p>
          <a:p>
            <a:pPr marL="342900" indent="-342900">
              <a:buFont typeface="Arial" panose="020B0604020202020204" pitchFamily="34" charset="0"/>
              <a:buChar char="•"/>
            </a:pPr>
            <a:endParaRPr lang="vi-VN"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656096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CDFC438-7D86-D778-13B7-89D83AC8F96D}"/>
              </a:ext>
            </a:extLst>
          </p:cNvPr>
          <p:cNvGraphicFramePr>
            <a:graphicFrameLocks noGrp="1"/>
          </p:cNvGraphicFramePr>
          <p:nvPr>
            <p:extLst>
              <p:ext uri="{D42A27DB-BD31-4B8C-83A1-F6EECF244321}">
                <p14:modId xmlns:p14="http://schemas.microsoft.com/office/powerpoint/2010/main" val="2661658137"/>
              </p:ext>
            </p:extLst>
          </p:nvPr>
        </p:nvGraphicFramePr>
        <p:xfrm>
          <a:off x="381540" y="1030953"/>
          <a:ext cx="11428920" cy="5399032"/>
        </p:xfrm>
        <a:graphic>
          <a:graphicData uri="http://schemas.openxmlformats.org/drawingml/2006/table">
            <a:tbl>
              <a:tblPr firstRow="1" bandRow="1">
                <a:tableStyleId>{5C22544A-7EE6-4342-B048-85BDC9FD1C3A}</a:tableStyleId>
              </a:tblPr>
              <a:tblGrid>
                <a:gridCol w="2857230">
                  <a:extLst>
                    <a:ext uri="{9D8B030D-6E8A-4147-A177-3AD203B41FA5}">
                      <a16:colId xmlns:a16="http://schemas.microsoft.com/office/drawing/2014/main" val="3463437605"/>
                    </a:ext>
                  </a:extLst>
                </a:gridCol>
                <a:gridCol w="2857230">
                  <a:extLst>
                    <a:ext uri="{9D8B030D-6E8A-4147-A177-3AD203B41FA5}">
                      <a16:colId xmlns:a16="http://schemas.microsoft.com/office/drawing/2014/main" val="773606473"/>
                    </a:ext>
                  </a:extLst>
                </a:gridCol>
                <a:gridCol w="2921540">
                  <a:extLst>
                    <a:ext uri="{9D8B030D-6E8A-4147-A177-3AD203B41FA5}">
                      <a16:colId xmlns:a16="http://schemas.microsoft.com/office/drawing/2014/main" val="2074465942"/>
                    </a:ext>
                  </a:extLst>
                </a:gridCol>
                <a:gridCol w="2792920">
                  <a:extLst>
                    <a:ext uri="{9D8B030D-6E8A-4147-A177-3AD203B41FA5}">
                      <a16:colId xmlns:a16="http://schemas.microsoft.com/office/drawing/2014/main" val="2725979117"/>
                    </a:ext>
                  </a:extLst>
                </a:gridCol>
              </a:tblGrid>
              <a:tr h="688467">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Tính</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năng</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bảo</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mật</a:t>
                      </a:r>
                      <a:endParaRPr lang="en-US" sz="2000" dirty="0">
                        <a:effectLst/>
                        <a:latin typeface="Readex Pro" panose="020B0604020202020204" charset="-78"/>
                        <a:cs typeface="Readex Pro" panose="020B0604020202020204" charset="-78"/>
                      </a:endParaRPr>
                    </a:p>
                  </a:txBody>
                  <a:tcPr marL="108000" marR="108000" marT="15240" marB="15240" anchor="ctr"/>
                </a:tc>
                <a:tc>
                  <a:txBody>
                    <a:bodyPr/>
                    <a:lstStyle/>
                    <a:p>
                      <a:pPr lvl="0" algn="just" rtl="0" fontAlgn="b">
                        <a:lnSpc>
                          <a:spcPct val="100000"/>
                        </a:lnSpc>
                        <a:buNone/>
                      </a:pPr>
                      <a:r>
                        <a:rPr lang="en-US" sz="2000" dirty="0">
                          <a:effectLst/>
                          <a:latin typeface="Readex Pro" panose="020B0604020202020204" charset="-78"/>
                          <a:cs typeface="Readex Pro" panose="020B0604020202020204" charset="-78"/>
                        </a:rPr>
                        <a:t>ChatGPT (OpenAI)</a:t>
                      </a:r>
                    </a:p>
                  </a:txBody>
                  <a:tcPr marL="108000" marR="108000" marT="15240" marB="15240" anchor="ctr"/>
                </a:tc>
                <a:tc>
                  <a:txBody>
                    <a:bodyPr/>
                    <a:lstStyle/>
                    <a:p>
                      <a:pPr lvl="0" algn="just" rtl="0" fontAlgn="b">
                        <a:lnSpc>
                          <a:spcPct val="100000"/>
                        </a:lnSpc>
                        <a:buNone/>
                      </a:pPr>
                      <a:r>
                        <a:rPr lang="en-US" sz="2000">
                          <a:effectLst/>
                          <a:latin typeface="Readex Pro" panose="020B0604020202020204" charset="-78"/>
                          <a:cs typeface="Readex Pro" panose="020B0604020202020204" charset="-78"/>
                        </a:rPr>
                        <a:t>Gemini (Google)</a:t>
                      </a:r>
                    </a:p>
                  </a:txBody>
                  <a:tcPr marL="108000" marR="108000" marT="15240" marB="15240" anchor="ctr"/>
                </a:tc>
                <a:tc>
                  <a:txBody>
                    <a:bodyPr/>
                    <a:lstStyle/>
                    <a:p>
                      <a:pPr lvl="0" algn="just" rtl="0" fontAlgn="b">
                        <a:lnSpc>
                          <a:spcPct val="100000"/>
                        </a:lnSpc>
                        <a:buNone/>
                      </a:pPr>
                      <a:r>
                        <a:rPr lang="en-US" sz="2000">
                          <a:effectLst/>
                          <a:latin typeface="Readex Pro" panose="020B0604020202020204" charset="-78"/>
                          <a:cs typeface="Readex Pro" panose="020B0604020202020204" charset="-78"/>
                        </a:rPr>
                        <a:t>Grok (xAI)</a:t>
                      </a:r>
                    </a:p>
                  </a:txBody>
                  <a:tcPr marL="108000" marR="108000" marT="15240" marB="15240" anchor="ctr"/>
                </a:tc>
                <a:extLst>
                  <a:ext uri="{0D108BD9-81ED-4DB2-BD59-A6C34878D82A}">
                    <a16:rowId xmlns:a16="http://schemas.microsoft.com/office/drawing/2014/main" val="3798600101"/>
                  </a:ext>
                </a:extLst>
              </a:tr>
              <a:tr h="688467">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Xác</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thực</a:t>
                      </a:r>
                      <a:r>
                        <a:rPr lang="en-US" sz="2000" dirty="0">
                          <a:effectLst/>
                          <a:latin typeface="Readex Pro" panose="020B0604020202020204" charset="-78"/>
                          <a:cs typeface="Readex Pro" panose="020B0604020202020204" charset="-78"/>
                        </a:rPr>
                        <a:t> 2FA</a:t>
                      </a:r>
                    </a:p>
                  </a:txBody>
                  <a:tcPr marL="108000" marR="108000" marT="15240" marB="15240" anchor="ctr"/>
                </a:tc>
                <a:tc>
                  <a:txBody>
                    <a:bodyPr/>
                    <a:lstStyle/>
                    <a:p>
                      <a:pPr lvl="0" algn="just" rtl="0" fontAlgn="b">
                        <a:lnSpc>
                          <a:spcPct val="100000"/>
                        </a:lnSpc>
                        <a:buNone/>
                      </a:pPr>
                      <a:r>
                        <a:rPr lang="en-US" sz="2000">
                          <a:effectLst/>
                          <a:latin typeface="Readex Pro" panose="020B0604020202020204" charset="-78"/>
                          <a:cs typeface="Readex Pro" panose="020B0604020202020204" charset="-78"/>
                        </a:rPr>
                        <a:t>Có (rất khuyến khích)</a:t>
                      </a:r>
                    </a:p>
                  </a:txBody>
                  <a:tcPr marL="108000" marR="108000" marT="15240" marB="15240" anchor="ctr"/>
                </a:tc>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Có</a:t>
                      </a:r>
                      <a:r>
                        <a:rPr lang="en-US" sz="2000" dirty="0">
                          <a:effectLst/>
                          <a:latin typeface="Readex Pro" panose="020B0604020202020204" charset="-78"/>
                          <a:cs typeface="Readex Pro" panose="020B0604020202020204" charset="-78"/>
                        </a:rPr>
                        <a:t> (qua </a:t>
                      </a:r>
                      <a:r>
                        <a:rPr lang="en-US" sz="2000" dirty="0" err="1">
                          <a:effectLst/>
                          <a:latin typeface="Readex Pro" panose="020B0604020202020204" charset="-78"/>
                          <a:cs typeface="Readex Pro" panose="020B0604020202020204" charset="-78"/>
                        </a:rPr>
                        <a:t>tài</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khoản</a:t>
                      </a:r>
                      <a:r>
                        <a:rPr lang="en-US" sz="2000" dirty="0">
                          <a:effectLst/>
                          <a:latin typeface="Readex Pro" panose="020B0604020202020204" charset="-78"/>
                          <a:cs typeface="Readex Pro" panose="020B0604020202020204" charset="-78"/>
                        </a:rPr>
                        <a:t> Google)</a:t>
                      </a:r>
                    </a:p>
                  </a:txBody>
                  <a:tcPr marL="108000" marR="108000" marT="15240" marB="15240" anchor="ctr"/>
                </a:tc>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Có</a:t>
                      </a:r>
                      <a:r>
                        <a:rPr lang="en-US" sz="2000" dirty="0">
                          <a:effectLst/>
                          <a:latin typeface="Readex Pro" panose="020B0604020202020204" charset="-78"/>
                          <a:cs typeface="Readex Pro" panose="020B0604020202020204" charset="-78"/>
                        </a:rPr>
                        <a:t> (qua </a:t>
                      </a:r>
                      <a:r>
                        <a:rPr lang="en-US" sz="2000" dirty="0" err="1">
                          <a:effectLst/>
                          <a:latin typeface="Readex Pro" panose="020B0604020202020204" charset="-78"/>
                          <a:cs typeface="Readex Pro" panose="020B0604020202020204" charset="-78"/>
                        </a:rPr>
                        <a:t>tài</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khoản</a:t>
                      </a:r>
                      <a:r>
                        <a:rPr lang="en-US" sz="2000" dirty="0">
                          <a:effectLst/>
                          <a:latin typeface="Readex Pro" panose="020B0604020202020204" charset="-78"/>
                          <a:cs typeface="Readex Pro" panose="020B0604020202020204" charset="-78"/>
                        </a:rPr>
                        <a:t> X/Twitter)</a:t>
                      </a:r>
                    </a:p>
                  </a:txBody>
                  <a:tcPr marL="108000" marR="108000" marT="15240" marB="15240" anchor="ctr"/>
                </a:tc>
                <a:extLst>
                  <a:ext uri="{0D108BD9-81ED-4DB2-BD59-A6C34878D82A}">
                    <a16:rowId xmlns:a16="http://schemas.microsoft.com/office/drawing/2014/main" val="3376932086"/>
                  </a:ext>
                </a:extLst>
              </a:tr>
              <a:tr h="1014583">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Kiểm</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soát</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dữ</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liệu</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huấn</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luyện</a:t>
                      </a:r>
                      <a:endParaRPr lang="en-US" sz="2000" dirty="0">
                        <a:effectLst/>
                        <a:latin typeface="Readex Pro" panose="020B0604020202020204" charset="-78"/>
                        <a:cs typeface="Readex Pro" panose="020B0604020202020204" charset="-78"/>
                      </a:endParaRPr>
                    </a:p>
                  </a:txBody>
                  <a:tcPr marL="108000" marR="108000" marT="15240" marB="15240" anchor="ctr"/>
                </a:tc>
                <a:tc>
                  <a:txBody>
                    <a:bodyPr/>
                    <a:lstStyle/>
                    <a:p>
                      <a:pPr lvl="0" algn="just" rtl="0" fontAlgn="b">
                        <a:lnSpc>
                          <a:spcPct val="100000"/>
                        </a:lnSpc>
                        <a:buNone/>
                      </a:pPr>
                      <a:r>
                        <a:rPr lang="vi-VN" sz="2000">
                          <a:effectLst/>
                          <a:latin typeface="Readex Pro" panose="020B0604020202020204" charset="-78"/>
                          <a:cs typeface="Readex Pro" panose="020B0604020202020204" charset="-78"/>
                        </a:rPr>
                        <a:t>Có (có thể tắt lưu lịch sử)</a:t>
                      </a:r>
                    </a:p>
                  </a:txBody>
                  <a:tcPr marL="108000" marR="108000" marT="15240" marB="15240" anchor="ctr"/>
                </a:tc>
                <a:tc>
                  <a:txBody>
                    <a:bodyPr/>
                    <a:lstStyle/>
                    <a:p>
                      <a:pPr lvl="0" algn="just" rtl="0" fontAlgn="b">
                        <a:lnSpc>
                          <a:spcPct val="100000"/>
                        </a:lnSpc>
                        <a:buNone/>
                      </a:pPr>
                      <a:r>
                        <a:rPr lang="en-US" sz="2000">
                          <a:effectLst/>
                          <a:latin typeface="Readex Pro" panose="020B0604020202020204" charset="-78"/>
                          <a:cs typeface="Readex Pro" panose="020B0604020202020204" charset="-78"/>
                        </a:rPr>
                        <a:t>Có (quản lý hoạt động, tự động xóa)</a:t>
                      </a:r>
                    </a:p>
                  </a:txBody>
                  <a:tcPr marL="108000" marR="108000" marT="15240" marB="15240" anchor="ctr"/>
                </a:tc>
                <a:tc>
                  <a:txBody>
                    <a:bodyPr/>
                    <a:lstStyle/>
                    <a:p>
                      <a:pPr lvl="0" algn="just" rtl="0" fontAlgn="b">
                        <a:lnSpc>
                          <a:spcPct val="100000"/>
                        </a:lnSpc>
                        <a:buNone/>
                      </a:pPr>
                      <a:r>
                        <a:rPr lang="vi-VN" sz="2000">
                          <a:effectLst/>
                          <a:latin typeface="Readex Pro" panose="020B0604020202020204" charset="-78"/>
                          <a:cs typeface="Readex Pro" panose="020B0604020202020204" charset="-78"/>
                        </a:rPr>
                        <a:t>Ít thông tin chi tiết công khai hơn</a:t>
                      </a:r>
                    </a:p>
                  </a:txBody>
                  <a:tcPr marL="108000" marR="108000" marT="15240" marB="15240" anchor="ctr"/>
                </a:tc>
                <a:extLst>
                  <a:ext uri="{0D108BD9-81ED-4DB2-BD59-A6C34878D82A}">
                    <a16:rowId xmlns:a16="http://schemas.microsoft.com/office/drawing/2014/main" val="747224929"/>
                  </a:ext>
                </a:extLst>
              </a:tr>
              <a:tr h="1340699">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Rủi</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ro</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tích</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hợp</a:t>
                      </a:r>
                      <a:endParaRPr lang="en-US" sz="2000" dirty="0">
                        <a:effectLst/>
                        <a:latin typeface="Readex Pro" panose="020B0604020202020204" charset="-78"/>
                        <a:cs typeface="Readex Pro" panose="020B0604020202020204" charset="-78"/>
                      </a:endParaRPr>
                    </a:p>
                  </a:txBody>
                  <a:tcPr marL="108000" marR="108000" marT="15240" marB="15240" anchor="ctr"/>
                </a:tc>
                <a:tc>
                  <a:txBody>
                    <a:bodyPr/>
                    <a:lstStyle/>
                    <a:p>
                      <a:pPr lvl="0" algn="just" rtl="0" fontAlgn="b">
                        <a:lnSpc>
                          <a:spcPct val="100000"/>
                        </a:lnSpc>
                        <a:buNone/>
                      </a:pPr>
                      <a:r>
                        <a:rPr lang="vi-VN" sz="2000">
                          <a:effectLst/>
                          <a:latin typeface="Readex Pro" panose="020B0604020202020204" charset="-78"/>
                          <a:cs typeface="Readex Pro" panose="020B0604020202020204" charset="-78"/>
                        </a:rPr>
                        <a:t>Thấp hơn (trừ khi sử dụng API trong ứng dụng)</a:t>
                      </a:r>
                    </a:p>
                  </a:txBody>
                  <a:tcPr marL="108000" marR="108000" marT="15240" marB="15240" anchor="ctr"/>
                </a:tc>
                <a:tc>
                  <a:txBody>
                    <a:bodyPr/>
                    <a:lstStyle/>
                    <a:p>
                      <a:pPr lvl="0" algn="just" rtl="0" fontAlgn="b">
                        <a:lnSpc>
                          <a:spcPct val="100000"/>
                        </a:lnSpc>
                        <a:buNone/>
                      </a:pPr>
                      <a:r>
                        <a:rPr lang="en-US" sz="2000" dirty="0">
                          <a:effectLst/>
                          <a:latin typeface="Readex Pro" panose="020B0604020202020204" charset="-78"/>
                          <a:cs typeface="Readex Pro" panose="020B0604020202020204" charset="-78"/>
                        </a:rPr>
                        <a:t>Cao (</a:t>
                      </a:r>
                      <a:r>
                        <a:rPr lang="en-US" sz="2000" dirty="0" err="1">
                          <a:effectLst/>
                          <a:latin typeface="Readex Pro" panose="020B0604020202020204" charset="-78"/>
                          <a:cs typeface="Readex Pro" panose="020B0604020202020204" charset="-78"/>
                        </a:rPr>
                        <a:t>Tích</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hợp</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sâu</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vào</a:t>
                      </a:r>
                      <a:r>
                        <a:rPr lang="en-US" sz="2000" dirty="0">
                          <a:effectLst/>
                          <a:latin typeface="Readex Pro" panose="020B0604020202020204" charset="-78"/>
                          <a:cs typeface="Readex Pro" panose="020B0604020202020204" charset="-78"/>
                        </a:rPr>
                        <a:t> Google Workspace)</a:t>
                      </a:r>
                    </a:p>
                  </a:txBody>
                  <a:tcPr marL="108000" marR="108000" marT="15240" marB="15240" anchor="ctr"/>
                </a:tc>
                <a:tc>
                  <a:txBody>
                    <a:bodyPr/>
                    <a:lstStyle/>
                    <a:p>
                      <a:pPr lvl="0" algn="just" rtl="0" fontAlgn="b">
                        <a:lnSpc>
                          <a:spcPct val="100000"/>
                        </a:lnSpc>
                        <a:buNone/>
                      </a:pPr>
                      <a:r>
                        <a:rPr lang="en-US" sz="2000">
                          <a:effectLst/>
                          <a:latin typeface="Readex Pro" panose="020B0604020202020204" charset="-78"/>
                          <a:cs typeface="Readex Pro" panose="020B0604020202020204" charset="-78"/>
                        </a:rPr>
                        <a:t>Cao (Tích hợp sâu vào nền tảng X, rủi ro tin giả/độc hại)</a:t>
                      </a:r>
                    </a:p>
                  </a:txBody>
                  <a:tcPr marL="108000" marR="108000" marT="15240" marB="15240" anchor="ctr"/>
                </a:tc>
                <a:extLst>
                  <a:ext uri="{0D108BD9-81ED-4DB2-BD59-A6C34878D82A}">
                    <a16:rowId xmlns:a16="http://schemas.microsoft.com/office/drawing/2014/main" val="2369439269"/>
                  </a:ext>
                </a:extLst>
              </a:tr>
              <a:tr h="1666816">
                <a:tc>
                  <a:txBody>
                    <a:bodyPr/>
                    <a:lstStyle/>
                    <a:p>
                      <a:pPr lvl="0" algn="just" rtl="0" fontAlgn="b">
                        <a:lnSpc>
                          <a:spcPct val="100000"/>
                        </a:lnSpc>
                        <a:buNone/>
                      </a:pPr>
                      <a:r>
                        <a:rPr lang="en-US" sz="2000" dirty="0">
                          <a:effectLst/>
                          <a:latin typeface="Readex Pro" panose="020B0604020202020204" charset="-78"/>
                          <a:cs typeface="Readex Pro" panose="020B0604020202020204" charset="-78"/>
                        </a:rPr>
                        <a:t>An </a:t>
                      </a:r>
                      <a:r>
                        <a:rPr lang="en-US" sz="2000" dirty="0" err="1">
                          <a:effectLst/>
                          <a:latin typeface="Readex Pro" panose="020B0604020202020204" charset="-78"/>
                          <a:cs typeface="Readex Pro" panose="020B0604020202020204" charset="-78"/>
                        </a:rPr>
                        <a:t>toàn</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mô</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hình</a:t>
                      </a:r>
                      <a:r>
                        <a:rPr lang="en-US" sz="2000" dirty="0">
                          <a:effectLst/>
                          <a:latin typeface="Readex Pro" panose="020B0604020202020204" charset="-78"/>
                          <a:cs typeface="Readex Pro" panose="020B0604020202020204" charset="-78"/>
                        </a:rPr>
                        <a:t> (Safety)</a:t>
                      </a:r>
                    </a:p>
                  </a:txBody>
                  <a:tcPr marL="108000" marR="108000" marT="15240" marB="15240" anchor="ctr"/>
                </a:tc>
                <a:tc>
                  <a:txBody>
                    <a:bodyPr/>
                    <a:lstStyle/>
                    <a:p>
                      <a:pPr lvl="0" algn="just" rtl="0" fontAlgn="b">
                        <a:lnSpc>
                          <a:spcPct val="100000"/>
                        </a:lnSpc>
                        <a:buNone/>
                      </a:pPr>
                      <a:r>
                        <a:rPr lang="vi-VN" sz="2000">
                          <a:effectLst/>
                          <a:latin typeface="Readex Pro" panose="020B0604020202020204" charset="-78"/>
                          <a:cs typeface="Readex Pro" panose="020B0604020202020204" charset="-78"/>
                        </a:rPr>
                        <a:t>Hệ thống kiểm duyệt lâu đời, tương đối nghiêm ngặt</a:t>
                      </a:r>
                    </a:p>
                  </a:txBody>
                  <a:tcPr marL="108000" marR="108000" marT="15240" marB="15240" anchor="ctr"/>
                </a:tc>
                <a:tc>
                  <a:txBody>
                    <a:bodyPr/>
                    <a:lstStyle/>
                    <a:p>
                      <a:pPr lvl="0" algn="just" rtl="0" fontAlgn="b">
                        <a:lnSpc>
                          <a:spcPct val="100000"/>
                        </a:lnSpc>
                        <a:buNone/>
                      </a:pPr>
                      <a:r>
                        <a:rPr lang="en-US" sz="2000" dirty="0" err="1">
                          <a:effectLst/>
                          <a:latin typeface="Readex Pro" panose="020B0604020202020204" charset="-78"/>
                          <a:cs typeface="Readex Pro" panose="020B0604020202020204" charset="-78"/>
                        </a:rPr>
                        <a:t>Hệ</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thống</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kiểm</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duyệt</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nghiêm</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ngặt</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chú</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trọng</a:t>
                      </a:r>
                      <a:r>
                        <a:rPr lang="en-US" sz="2000" dirty="0">
                          <a:effectLst/>
                          <a:latin typeface="Readex Pro" panose="020B0604020202020204" charset="-78"/>
                          <a:cs typeface="Readex Pro" panose="020B0604020202020204" charset="-78"/>
                        </a:rPr>
                        <a:t> an </a:t>
                      </a:r>
                      <a:r>
                        <a:rPr lang="en-US" sz="2000" dirty="0" err="1">
                          <a:effectLst/>
                          <a:latin typeface="Readex Pro" panose="020B0604020202020204" charset="-78"/>
                          <a:cs typeface="Readex Pro" panose="020B0604020202020204" charset="-78"/>
                        </a:rPr>
                        <a:t>toàn</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doanh</a:t>
                      </a:r>
                      <a:r>
                        <a:rPr lang="en-US" sz="2000" dirty="0">
                          <a:effectLst/>
                          <a:latin typeface="Readex Pro" panose="020B0604020202020204" charset="-78"/>
                          <a:cs typeface="Readex Pro" panose="020B0604020202020204" charset="-78"/>
                        </a:rPr>
                        <a:t> </a:t>
                      </a:r>
                      <a:r>
                        <a:rPr lang="en-US" sz="2000" dirty="0" err="1">
                          <a:effectLst/>
                          <a:latin typeface="Readex Pro" panose="020B0604020202020204" charset="-78"/>
                          <a:cs typeface="Readex Pro" panose="020B0604020202020204" charset="-78"/>
                        </a:rPr>
                        <a:t>nghiệp</a:t>
                      </a:r>
                      <a:endParaRPr lang="en-US" sz="2000" dirty="0">
                        <a:effectLst/>
                        <a:latin typeface="Readex Pro" panose="020B0604020202020204" charset="-78"/>
                        <a:cs typeface="Readex Pro" panose="020B0604020202020204" charset="-78"/>
                      </a:endParaRPr>
                    </a:p>
                  </a:txBody>
                  <a:tcPr marL="108000" marR="108000" marT="15240" marB="15240" anchor="ctr"/>
                </a:tc>
                <a:tc>
                  <a:txBody>
                    <a:bodyPr/>
                    <a:lstStyle/>
                    <a:p>
                      <a:pPr lvl="0" algn="just" rtl="0" fontAlgn="b">
                        <a:lnSpc>
                          <a:spcPct val="100000"/>
                        </a:lnSpc>
                        <a:buNone/>
                      </a:pPr>
                      <a:r>
                        <a:rPr lang="vi-VN" sz="2000" dirty="0">
                          <a:effectLst/>
                          <a:latin typeface="Readex Pro" panose="020B0604020202020204" charset="-78"/>
                          <a:cs typeface="Readex Pro" panose="020B0604020202020204" charset="-78"/>
                        </a:rPr>
                        <a:t>Phong cách "ít hạn chế" hơn, có thể dễ bị khai thác cho nội dung độc hại hơn.</a:t>
                      </a:r>
                    </a:p>
                  </a:txBody>
                  <a:tcPr marL="108000" marR="108000" marT="15240" marB="15240" anchor="ctr"/>
                </a:tc>
                <a:extLst>
                  <a:ext uri="{0D108BD9-81ED-4DB2-BD59-A6C34878D82A}">
                    <a16:rowId xmlns:a16="http://schemas.microsoft.com/office/drawing/2014/main" val="3770740922"/>
                  </a:ext>
                </a:extLst>
              </a:tr>
            </a:tbl>
          </a:graphicData>
        </a:graphic>
      </p:graphicFrame>
      <p:sp>
        <p:nvSpPr>
          <p:cNvPr id="2" name="Title 3">
            <a:extLst>
              <a:ext uri="{FF2B5EF4-FFF2-40B4-BE49-F238E27FC236}">
                <a16:creationId xmlns:a16="http://schemas.microsoft.com/office/drawing/2014/main" id="{6E56AA97-32C6-B3CC-D2D5-2C09ABDD0D20}"/>
              </a:ext>
            </a:extLst>
          </p:cNvPr>
          <p:cNvSpPr txBox="1">
            <a:spLocks/>
          </p:cNvSpPr>
          <p:nvPr/>
        </p:nvSpPr>
        <p:spPr>
          <a:xfrm>
            <a:off x="838200" y="152005"/>
            <a:ext cx="10515600" cy="1325563"/>
          </a:xfrm>
          <a:prstGeom prst="rect">
            <a:avLst/>
          </a:prstGeom>
        </p:spPr>
        <p:txBody>
          <a:bodyPr>
            <a:normAutofit/>
          </a:bodyPr>
          <a:lst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a:lstStyle>
          <a:p>
            <a:endParaRPr lang="en-US" sz="3400" dirty="0"/>
          </a:p>
        </p:txBody>
      </p:sp>
      <p:sp>
        <p:nvSpPr>
          <p:cNvPr id="3" name="Title 2">
            <a:extLst>
              <a:ext uri="{FF2B5EF4-FFF2-40B4-BE49-F238E27FC236}">
                <a16:creationId xmlns:a16="http://schemas.microsoft.com/office/drawing/2014/main" id="{B1C421E4-CA4F-9C1E-D4F5-B20CF282D703}"/>
              </a:ext>
            </a:extLst>
          </p:cNvPr>
          <p:cNvSpPr>
            <a:spLocks noGrp="1"/>
          </p:cNvSpPr>
          <p:nvPr>
            <p:ph type="title"/>
          </p:nvPr>
        </p:nvSpPr>
        <p:spPr>
          <a:xfrm>
            <a:off x="838200" y="152004"/>
            <a:ext cx="10515600" cy="1325563"/>
          </a:xfrm>
        </p:spPr>
        <p:txBody>
          <a:bodyPr>
            <a:normAutofit/>
          </a:bodyPr>
          <a:lstStyle/>
          <a:p>
            <a:r>
              <a:rPr lang="en-US" sz="3200" dirty="0"/>
              <a:t>So </a:t>
            </a:r>
            <a:r>
              <a:rPr lang="en-US" sz="3200" dirty="0" err="1"/>
              <a:t>sánh</a:t>
            </a:r>
            <a:r>
              <a:rPr lang="en-US" sz="3200" dirty="0"/>
              <a:t> </a:t>
            </a:r>
            <a:r>
              <a:rPr lang="en-US" sz="3200" dirty="0" err="1"/>
              <a:t>tổng</a:t>
            </a:r>
            <a:r>
              <a:rPr lang="en-US" sz="3200" dirty="0"/>
              <a:t> </a:t>
            </a:r>
            <a:r>
              <a:rPr lang="en-US" sz="3200" dirty="0" err="1"/>
              <a:t>quan</a:t>
            </a:r>
            <a:r>
              <a:rPr lang="en-US" sz="3200" dirty="0"/>
              <a:t> </a:t>
            </a:r>
            <a:r>
              <a:rPr lang="en-US" sz="3200" dirty="0" err="1"/>
              <a:t>về</a:t>
            </a:r>
            <a:r>
              <a:rPr lang="en-US" sz="3200" dirty="0"/>
              <a:t> </a:t>
            </a:r>
            <a:r>
              <a:rPr lang="en-US" sz="3200" dirty="0" err="1"/>
              <a:t>bảo</a:t>
            </a:r>
            <a:r>
              <a:rPr lang="en-US" sz="3200" dirty="0"/>
              <a:t> </a:t>
            </a:r>
            <a:r>
              <a:rPr lang="en-US" sz="3200" dirty="0" err="1"/>
              <a:t>mật</a:t>
            </a:r>
            <a:r>
              <a:rPr lang="en-US" sz="3200" dirty="0"/>
              <a:t>:</a:t>
            </a:r>
          </a:p>
        </p:txBody>
      </p:sp>
    </p:spTree>
    <p:extLst>
      <p:ext uri="{BB962C8B-B14F-4D97-AF65-F5344CB8AC3E}">
        <p14:creationId xmlns:p14="http://schemas.microsoft.com/office/powerpoint/2010/main" val="129619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981F-8DDB-4942-9095-1A301A93096A}"/>
              </a:ext>
            </a:extLst>
          </p:cNvPr>
          <p:cNvSpPr>
            <a:spLocks noGrp="1"/>
          </p:cNvSpPr>
          <p:nvPr>
            <p:ph type="ctrTitle"/>
          </p:nvPr>
        </p:nvSpPr>
        <p:spPr>
          <a:xfrm>
            <a:off x="493143" y="2416793"/>
            <a:ext cx="11205713" cy="1855310"/>
          </a:xfrm>
        </p:spPr>
        <p:txBody>
          <a:bodyPr/>
          <a:lstStyle/>
          <a:p>
            <a:r>
              <a:rPr lang="en-US" sz="3600" dirty="0"/>
              <a:t>CẢM ƠN MỌI NGƯỜI ĐÃ CHÚ Ý LẮNG NGHE!</a:t>
            </a:r>
          </a:p>
        </p:txBody>
      </p:sp>
    </p:spTree>
    <p:extLst>
      <p:ext uri="{BB962C8B-B14F-4D97-AF65-F5344CB8AC3E}">
        <p14:creationId xmlns:p14="http://schemas.microsoft.com/office/powerpoint/2010/main" val="131648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4882</TotalTime>
  <Words>1929</Words>
  <Application>Microsoft Office PowerPoint</Application>
  <PresentationFormat>Widescreen</PresentationFormat>
  <Paragraphs>127</Paragraphs>
  <Slides>19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Readex Pro</vt:lpstr>
      <vt:lpstr>K2D</vt:lpstr>
      <vt:lpstr>Barlow</vt:lpstr>
      <vt:lpstr>Office Theme</vt:lpstr>
      <vt:lpstr>Dự án 2: Phân tích so sánh các công cụ CNTT</vt:lpstr>
      <vt:lpstr>Mục lục</vt:lpstr>
      <vt:lpstr>1. Tổng quan </vt:lpstr>
      <vt:lpstr>ChatGPT (OpenAI): Người thiết lập "Hệ quy chiếu" cho ngành</vt:lpstr>
      <vt:lpstr>Gemini (Google): Chiến lược "Hệ sinh thái" và Kiến trúc Đa phương thức</vt:lpstr>
      <vt:lpstr>Grok (xAI): Sự "Nổi loạn" và Dòng chảy dữ liệu thời gian thực</vt:lpstr>
      <vt:lpstr>2. Lịch sử  các phiên bản </vt:lpstr>
      <vt:lpstr>Chat GPT</vt:lpstr>
      <vt:lpstr>Gemini</vt:lpstr>
      <vt:lpstr>Grok</vt:lpstr>
      <vt:lpstr>3. So sánh  tính năng kỹ thuật </vt:lpstr>
      <vt:lpstr>PowerPoint Presentation</vt:lpstr>
      <vt:lpstr>PowerPoint Presentation</vt:lpstr>
      <vt:lpstr>4. Video minh họa các công cụ Chatbot AI</vt:lpstr>
      <vt:lpstr>PowerPoint Presentation</vt:lpstr>
      <vt:lpstr>5. Những hiểu biết về bảo mật</vt:lpstr>
      <vt:lpstr>Những rủi ro chung đối với ChatGPT, Gemini, Grok</vt:lpstr>
      <vt:lpstr>So sánh tổng quan về bảo mật:</vt:lpstr>
      <vt:lpstr>CẢM ƠN MỌI NGƯỜI ĐÃ CHÚ Ý LẮNG NGHE!</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hau nguyen</cp:lastModifiedBy>
  <cp:revision>229</cp:revision>
  <dcterms:created xsi:type="dcterms:W3CDTF">2022-07-01T08:15:51Z</dcterms:created>
  <dcterms:modified xsi:type="dcterms:W3CDTF">2025-11-29T14:06:01Z</dcterms:modified>
</cp:coreProperties>
</file>